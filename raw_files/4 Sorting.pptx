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0" r:id="rId4"/>
    <p:sldId id="281" r:id="rId5"/>
    <p:sldId id="282" r:id="rId6"/>
    <p:sldId id="258" r:id="rId7"/>
    <p:sldId id="259" r:id="rId8"/>
    <p:sldId id="273" r:id="rId9"/>
    <p:sldId id="295" r:id="rId10"/>
    <p:sldId id="296" r:id="rId11"/>
    <p:sldId id="298" r:id="rId12"/>
    <p:sldId id="297" r:id="rId13"/>
    <p:sldId id="274" r:id="rId14"/>
    <p:sldId id="275" r:id="rId15"/>
    <p:sldId id="276" r:id="rId16"/>
    <p:sldId id="277" r:id="rId17"/>
    <p:sldId id="290" r:id="rId18"/>
    <p:sldId id="291" r:id="rId19"/>
    <p:sldId id="292" r:id="rId20"/>
    <p:sldId id="293" r:id="rId21"/>
    <p:sldId id="260" r:id="rId22"/>
    <p:sldId id="262" r:id="rId23"/>
    <p:sldId id="261" r:id="rId24"/>
    <p:sldId id="263" r:id="rId25"/>
    <p:sldId id="264" r:id="rId26"/>
    <p:sldId id="265" r:id="rId27"/>
    <p:sldId id="266" r:id="rId28"/>
    <p:sldId id="267" r:id="rId29"/>
    <p:sldId id="268" r:id="rId30"/>
    <p:sldId id="26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83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B2B2B2"/>
    <a:srgbClr val="009900"/>
    <a:srgbClr val="0000FF"/>
    <a:srgbClr val="FF0000"/>
    <a:srgbClr val="A6A6A6"/>
    <a:srgbClr val="7F7F7F"/>
    <a:srgbClr val="BFBFBF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0FBCCD-D0B5-43CB-9661-5C560E9776CA}" v="302" dt="2026-05-04T05:55:29.9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75" autoAdjust="0"/>
    <p:restoredTop sz="94660"/>
  </p:normalViewPr>
  <p:slideViewPr>
    <p:cSldViewPr>
      <p:cViewPr varScale="1">
        <p:scale>
          <a:sx n="80" d="100"/>
          <a:sy n="80" d="100"/>
        </p:scale>
        <p:origin x="691" y="48"/>
      </p:cViewPr>
      <p:guideLst>
        <p:guide orient="horz" pos="218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muel Wimer" userId="8ef14acc-0d94-4859-bee1-3b6488f0f102" providerId="ADAL" clId="{2891196E-E581-47E3-AAD7-5B981CEF6CD4}"/>
    <pc:docChg chg="undo custSel mod addSld delSld modSld">
      <pc:chgData name="Shmuel Wimer" userId="8ef14acc-0d94-4859-bee1-3b6488f0f102" providerId="ADAL" clId="{2891196E-E581-47E3-AAD7-5B981CEF6CD4}" dt="2026-05-04T05:55:29.917" v="1673"/>
      <pc:docMkLst>
        <pc:docMk/>
      </pc:docMkLst>
      <pc:sldChg chg="modSp add del modAnim">
        <pc:chgData name="Shmuel Wimer" userId="8ef14acc-0d94-4859-bee1-3b6488f0f102" providerId="ADAL" clId="{2891196E-E581-47E3-AAD7-5B981CEF6CD4}" dt="2026-05-04T05:35:19.718" v="1494" actId="20577"/>
        <pc:sldMkLst>
          <pc:docMk/>
          <pc:sldMk cId="3708726014" sldId="273"/>
        </pc:sldMkLst>
        <pc:spChg chg="mod">
          <ac:chgData name="Shmuel Wimer" userId="8ef14acc-0d94-4859-bee1-3b6488f0f102" providerId="ADAL" clId="{2891196E-E581-47E3-AAD7-5B981CEF6CD4}" dt="2026-05-04T05:35:19.718" v="1494" actId="20577"/>
          <ac:spMkLst>
            <pc:docMk/>
            <pc:sldMk cId="3708726014" sldId="273"/>
            <ac:spMk id="6" creationId="{00000000-0000-0000-0000-000000000000}"/>
          </ac:spMkLst>
        </pc:spChg>
      </pc:sldChg>
      <pc:sldChg chg="add del">
        <pc:chgData name="Shmuel Wimer" userId="8ef14acc-0d94-4859-bee1-3b6488f0f102" providerId="ADAL" clId="{2891196E-E581-47E3-AAD7-5B981CEF6CD4}" dt="2026-05-04T05:34:05.531" v="1368" actId="47"/>
        <pc:sldMkLst>
          <pc:docMk/>
          <pc:sldMk cId="1319945557" sldId="294"/>
        </pc:sldMkLst>
      </pc:sldChg>
      <pc:sldChg chg="addSp delSp modSp new mod modClrScheme delAnim modAnim chgLayout">
        <pc:chgData name="Shmuel Wimer" userId="8ef14acc-0d94-4859-bee1-3b6488f0f102" providerId="ADAL" clId="{2891196E-E581-47E3-AAD7-5B981CEF6CD4}" dt="2026-05-04T05:02:55.933" v="1133"/>
        <pc:sldMkLst>
          <pc:docMk/>
          <pc:sldMk cId="562773245" sldId="295"/>
        </pc:sldMkLst>
        <pc:spChg chg="mod">
          <ac:chgData name="Shmuel Wimer" userId="8ef14acc-0d94-4859-bee1-3b6488f0f102" providerId="ADAL" clId="{2891196E-E581-47E3-AAD7-5B981CEF6CD4}" dt="2026-05-03T15:25:47.362" v="97" actId="26606"/>
          <ac:spMkLst>
            <pc:docMk/>
            <pc:sldMk cId="562773245" sldId="295"/>
            <ac:spMk id="2" creationId="{81841EB7-2609-E329-31F3-3EBA7C79BA99}"/>
          </ac:spMkLst>
        </pc:spChg>
        <pc:spChg chg="mod">
          <ac:chgData name="Shmuel Wimer" userId="8ef14acc-0d94-4859-bee1-3b6488f0f102" providerId="ADAL" clId="{2891196E-E581-47E3-AAD7-5B981CEF6CD4}" dt="2026-05-03T15:25:47.362" v="97" actId="26606"/>
          <ac:spMkLst>
            <pc:docMk/>
            <pc:sldMk cId="562773245" sldId="295"/>
            <ac:spMk id="3" creationId="{51C81995-8319-FF13-D01A-B53C70ABC95C}"/>
          </ac:spMkLst>
        </pc:spChg>
        <pc:spChg chg="mod">
          <ac:chgData name="Shmuel Wimer" userId="8ef14acc-0d94-4859-bee1-3b6488f0f102" providerId="ADAL" clId="{2891196E-E581-47E3-AAD7-5B981CEF6CD4}" dt="2026-05-03T15:25:47.362" v="97" actId="26606"/>
          <ac:spMkLst>
            <pc:docMk/>
            <pc:sldMk cId="562773245" sldId="295"/>
            <ac:spMk id="4" creationId="{12260559-780C-7934-4FFE-6A6FC89A2F9C}"/>
          </ac:spMkLst>
        </pc:spChg>
        <pc:spChg chg="add del">
          <ac:chgData name="Shmuel Wimer" userId="8ef14acc-0d94-4859-bee1-3b6488f0f102" providerId="ADAL" clId="{2891196E-E581-47E3-AAD7-5B981CEF6CD4}" dt="2026-05-03T15:23:50.525" v="8" actId="22"/>
          <ac:spMkLst>
            <pc:docMk/>
            <pc:sldMk cId="562773245" sldId="295"/>
            <ac:spMk id="6" creationId="{D4FE9347-8325-3D89-1C3F-B91AB46DEFBB}"/>
          </ac:spMkLst>
        </pc:spChg>
        <pc:spChg chg="add del mod ord">
          <ac:chgData name="Shmuel Wimer" userId="8ef14acc-0d94-4859-bee1-3b6488f0f102" providerId="ADAL" clId="{2891196E-E581-47E3-AAD7-5B981CEF6CD4}" dt="2026-05-03T15:27:28.320" v="128" actId="478"/>
          <ac:spMkLst>
            <pc:docMk/>
            <pc:sldMk cId="562773245" sldId="295"/>
            <ac:spMk id="7" creationId="{FF9A70CB-7EE6-AD2D-8F07-D8D2D3B040C0}"/>
          </ac:spMkLst>
        </pc:spChg>
        <pc:spChg chg="add mod">
          <ac:chgData name="Shmuel Wimer" userId="8ef14acc-0d94-4859-bee1-3b6488f0f102" providerId="ADAL" clId="{2891196E-E581-47E3-AAD7-5B981CEF6CD4}" dt="2026-05-03T15:45:19.961" v="292" actId="165"/>
          <ac:spMkLst>
            <pc:docMk/>
            <pc:sldMk cId="562773245" sldId="295"/>
            <ac:spMk id="14" creationId="{B444DF36-9985-9756-F3D1-AED75D0BB382}"/>
          </ac:spMkLst>
        </pc:spChg>
        <pc:spChg chg="add mod">
          <ac:chgData name="Shmuel Wimer" userId="8ef14acc-0d94-4859-bee1-3b6488f0f102" providerId="ADAL" clId="{2891196E-E581-47E3-AAD7-5B981CEF6CD4}" dt="2026-05-03T15:45:19.961" v="292" actId="165"/>
          <ac:spMkLst>
            <pc:docMk/>
            <pc:sldMk cId="562773245" sldId="295"/>
            <ac:spMk id="15" creationId="{34D4A717-5184-6FBD-591B-0028BB70C2BA}"/>
          </ac:spMkLst>
        </pc:spChg>
        <pc:spChg chg="add mod">
          <ac:chgData name="Shmuel Wimer" userId="8ef14acc-0d94-4859-bee1-3b6488f0f102" providerId="ADAL" clId="{2891196E-E581-47E3-AAD7-5B981CEF6CD4}" dt="2026-05-03T15:46:39.929" v="293" actId="164"/>
          <ac:spMkLst>
            <pc:docMk/>
            <pc:sldMk cId="562773245" sldId="295"/>
            <ac:spMk id="20" creationId="{E8493099-0924-0D0C-FD1D-EDA45B5EFE0F}"/>
          </ac:spMkLst>
        </pc:spChg>
        <pc:spChg chg="add mod">
          <ac:chgData name="Shmuel Wimer" userId="8ef14acc-0d94-4859-bee1-3b6488f0f102" providerId="ADAL" clId="{2891196E-E581-47E3-AAD7-5B981CEF6CD4}" dt="2026-05-04T04:59:41.941" v="1112" actId="1076"/>
          <ac:spMkLst>
            <pc:docMk/>
            <pc:sldMk cId="562773245" sldId="295"/>
            <ac:spMk id="56" creationId="{3188FE7B-C693-E95D-0265-B84B3EB27AD5}"/>
          </ac:spMkLst>
        </pc:spChg>
        <pc:spChg chg="add mod">
          <ac:chgData name="Shmuel Wimer" userId="8ef14acc-0d94-4859-bee1-3b6488f0f102" providerId="ADAL" clId="{2891196E-E581-47E3-AAD7-5B981CEF6CD4}" dt="2026-05-04T04:59:48.696" v="1113" actId="1076"/>
          <ac:spMkLst>
            <pc:docMk/>
            <pc:sldMk cId="562773245" sldId="295"/>
            <ac:spMk id="57" creationId="{6AC4C37C-C051-6B7F-EF35-087EB8E36357}"/>
          </ac:spMkLst>
        </pc:spChg>
        <pc:spChg chg="add mod">
          <ac:chgData name="Shmuel Wimer" userId="8ef14acc-0d94-4859-bee1-3b6488f0f102" providerId="ADAL" clId="{2891196E-E581-47E3-AAD7-5B981CEF6CD4}" dt="2026-05-04T04:59:38.499" v="1111" actId="1076"/>
          <ac:spMkLst>
            <pc:docMk/>
            <pc:sldMk cId="562773245" sldId="295"/>
            <ac:spMk id="58" creationId="{EAF4BF8B-DB72-DA40-35EC-56010C4339DD}"/>
          </ac:spMkLst>
        </pc:spChg>
        <pc:spChg chg="mod topLvl">
          <ac:chgData name="Shmuel Wimer" userId="8ef14acc-0d94-4859-bee1-3b6488f0f102" providerId="ADAL" clId="{2891196E-E581-47E3-AAD7-5B981CEF6CD4}" dt="2026-05-04T05:00:59.784" v="1122" actId="164"/>
          <ac:spMkLst>
            <pc:docMk/>
            <pc:sldMk cId="562773245" sldId="295"/>
            <ac:spMk id="61" creationId="{06C85DD1-E197-B544-E821-45CBABD5F39D}"/>
          </ac:spMkLst>
        </pc:spChg>
        <pc:spChg chg="mod topLvl">
          <ac:chgData name="Shmuel Wimer" userId="8ef14acc-0d94-4859-bee1-3b6488f0f102" providerId="ADAL" clId="{2891196E-E581-47E3-AAD7-5B981CEF6CD4}" dt="2026-05-04T05:00:59.784" v="1122" actId="164"/>
          <ac:spMkLst>
            <pc:docMk/>
            <pc:sldMk cId="562773245" sldId="295"/>
            <ac:spMk id="62" creationId="{8A762007-7174-6244-2DE7-8DDF0786ED2D}"/>
          </ac:spMkLst>
        </pc:spChg>
        <pc:spChg chg="mod topLvl">
          <ac:chgData name="Shmuel Wimer" userId="8ef14acc-0d94-4859-bee1-3b6488f0f102" providerId="ADAL" clId="{2891196E-E581-47E3-AAD7-5B981CEF6CD4}" dt="2026-05-04T05:00:59.784" v="1122" actId="164"/>
          <ac:spMkLst>
            <pc:docMk/>
            <pc:sldMk cId="562773245" sldId="295"/>
            <ac:spMk id="63" creationId="{0DE3A2A7-E469-6F70-D986-106215C181EB}"/>
          </ac:spMkLst>
        </pc:spChg>
        <pc:spChg chg="add mod">
          <ac:chgData name="Shmuel Wimer" userId="8ef14acc-0d94-4859-bee1-3b6488f0f102" providerId="ADAL" clId="{2891196E-E581-47E3-AAD7-5B981CEF6CD4}" dt="2026-05-04T05:00:59.784" v="1122" actId="164"/>
          <ac:spMkLst>
            <pc:docMk/>
            <pc:sldMk cId="562773245" sldId="295"/>
            <ac:spMk id="64" creationId="{8867D123-63F2-1E6C-B358-1F1AF0B95C46}"/>
          </ac:spMkLst>
        </pc:spChg>
        <pc:spChg chg="add mod">
          <ac:chgData name="Shmuel Wimer" userId="8ef14acc-0d94-4859-bee1-3b6488f0f102" providerId="ADAL" clId="{2891196E-E581-47E3-AAD7-5B981CEF6CD4}" dt="2026-05-04T05:01:48.478" v="1129" actId="164"/>
          <ac:spMkLst>
            <pc:docMk/>
            <pc:sldMk cId="562773245" sldId="295"/>
            <ac:spMk id="66" creationId="{6EE960FF-9AB5-4113-5D42-7F2910A9F384}"/>
          </ac:spMkLst>
        </pc:spChg>
        <pc:spChg chg="add mod">
          <ac:chgData name="Shmuel Wimer" userId="8ef14acc-0d94-4859-bee1-3b6488f0f102" providerId="ADAL" clId="{2891196E-E581-47E3-AAD7-5B981CEF6CD4}" dt="2026-05-04T05:01:48.478" v="1129" actId="164"/>
          <ac:spMkLst>
            <pc:docMk/>
            <pc:sldMk cId="562773245" sldId="295"/>
            <ac:spMk id="67" creationId="{97974293-7629-4CD2-1DB9-7AAAA091C7F2}"/>
          </ac:spMkLst>
        </pc:spChg>
        <pc:grpChg chg="add mod topLvl">
          <ac:chgData name="Shmuel Wimer" userId="8ef14acc-0d94-4859-bee1-3b6488f0f102" providerId="ADAL" clId="{2891196E-E581-47E3-AAD7-5B981CEF6CD4}" dt="2026-05-03T15:45:19.961" v="292" actId="165"/>
          <ac:grpSpMkLst>
            <pc:docMk/>
            <pc:sldMk cId="562773245" sldId="295"/>
            <ac:grpSpMk id="16" creationId="{0B2B0EB8-4AE2-0357-1854-D88866A46B19}"/>
          </ac:grpSpMkLst>
        </pc:grpChg>
        <pc:grpChg chg="add del mod">
          <ac:chgData name="Shmuel Wimer" userId="8ef14acc-0d94-4859-bee1-3b6488f0f102" providerId="ADAL" clId="{2891196E-E581-47E3-AAD7-5B981CEF6CD4}" dt="2026-05-03T15:45:19.961" v="292" actId="165"/>
          <ac:grpSpMkLst>
            <pc:docMk/>
            <pc:sldMk cId="562773245" sldId="295"/>
            <ac:grpSpMk id="19" creationId="{3A3135FF-6611-99EC-46D5-9D41E9918714}"/>
          </ac:grpSpMkLst>
        </pc:grpChg>
        <pc:grpChg chg="add mod">
          <ac:chgData name="Shmuel Wimer" userId="8ef14acc-0d94-4859-bee1-3b6488f0f102" providerId="ADAL" clId="{2891196E-E581-47E3-AAD7-5B981CEF6CD4}" dt="2026-05-03T15:46:39.929" v="293" actId="164"/>
          <ac:grpSpMkLst>
            <pc:docMk/>
            <pc:sldMk cId="562773245" sldId="295"/>
            <ac:grpSpMk id="31" creationId="{B82F037F-E903-B34E-6576-56627AF46645}"/>
          </ac:grpSpMkLst>
        </pc:grpChg>
        <pc:grpChg chg="add del mod">
          <ac:chgData name="Shmuel Wimer" userId="8ef14acc-0d94-4859-bee1-3b6488f0f102" providerId="ADAL" clId="{2891196E-E581-47E3-AAD7-5B981CEF6CD4}" dt="2026-05-04T02:58:27.984" v="391" actId="165"/>
          <ac:grpSpMkLst>
            <pc:docMk/>
            <pc:sldMk cId="562773245" sldId="295"/>
            <ac:grpSpMk id="32" creationId="{97D035CE-733E-79FD-1838-FCCDD826E905}"/>
          </ac:grpSpMkLst>
        </pc:grpChg>
        <pc:grpChg chg="add del mod">
          <ac:chgData name="Shmuel Wimer" userId="8ef14acc-0d94-4859-bee1-3b6488f0f102" providerId="ADAL" clId="{2891196E-E581-47E3-AAD7-5B981CEF6CD4}" dt="2026-05-04T04:59:04.304" v="1108" actId="478"/>
          <ac:grpSpMkLst>
            <pc:docMk/>
            <pc:sldMk cId="562773245" sldId="295"/>
            <ac:grpSpMk id="42" creationId="{28E3627E-C5A9-7B8B-5713-2972B548D645}"/>
          </ac:grpSpMkLst>
        </pc:grpChg>
        <pc:grpChg chg="add mod">
          <ac:chgData name="Shmuel Wimer" userId="8ef14acc-0d94-4859-bee1-3b6488f0f102" providerId="ADAL" clId="{2891196E-E581-47E3-AAD7-5B981CEF6CD4}" dt="2026-05-04T04:59:33.939" v="1110" actId="1076"/>
          <ac:grpSpMkLst>
            <pc:docMk/>
            <pc:sldMk cId="562773245" sldId="295"/>
            <ac:grpSpMk id="59" creationId="{AD50465C-22DA-106D-EE6A-7803A3AD433C}"/>
          </ac:grpSpMkLst>
        </pc:grpChg>
        <pc:grpChg chg="add del mod">
          <ac:chgData name="Shmuel Wimer" userId="8ef14acc-0d94-4859-bee1-3b6488f0f102" providerId="ADAL" clId="{2891196E-E581-47E3-AAD7-5B981CEF6CD4}" dt="2026-05-04T05:00:04.609" v="1115" actId="165"/>
          <ac:grpSpMkLst>
            <pc:docMk/>
            <pc:sldMk cId="562773245" sldId="295"/>
            <ac:grpSpMk id="60" creationId="{C2000127-B2D7-6672-AA46-F8024ECBE60F}"/>
          </ac:grpSpMkLst>
        </pc:grpChg>
        <pc:grpChg chg="add mod">
          <ac:chgData name="Shmuel Wimer" userId="8ef14acc-0d94-4859-bee1-3b6488f0f102" providerId="ADAL" clId="{2891196E-E581-47E3-AAD7-5B981CEF6CD4}" dt="2026-05-04T05:00:59.784" v="1122" actId="164"/>
          <ac:grpSpMkLst>
            <pc:docMk/>
            <pc:sldMk cId="562773245" sldId="295"/>
            <ac:grpSpMk id="65" creationId="{FEFBBA07-ED8D-9F17-9B41-14B6CC3E3B60}"/>
          </ac:grpSpMkLst>
        </pc:grpChg>
        <pc:grpChg chg="add mod">
          <ac:chgData name="Shmuel Wimer" userId="8ef14acc-0d94-4859-bee1-3b6488f0f102" providerId="ADAL" clId="{2891196E-E581-47E3-AAD7-5B981CEF6CD4}" dt="2026-05-04T05:01:48.478" v="1129" actId="164"/>
          <ac:grpSpMkLst>
            <pc:docMk/>
            <pc:sldMk cId="562773245" sldId="295"/>
            <ac:grpSpMk id="68" creationId="{23085D37-D1CD-A038-8A28-0784BC51126B}"/>
          </ac:grpSpMkLst>
        </pc:grpChg>
        <pc:picChg chg="add del mod ord">
          <ac:chgData name="Shmuel Wimer" userId="8ef14acc-0d94-4859-bee1-3b6488f0f102" providerId="ADAL" clId="{2891196E-E581-47E3-AAD7-5B981CEF6CD4}" dt="2026-05-03T15:26:19.861" v="98" actId="478"/>
          <ac:picMkLst>
            <pc:docMk/>
            <pc:sldMk cId="562773245" sldId="295"/>
            <ac:picMk id="9" creationId="{6D5645A0-6C2D-9AFB-5E54-959E9D9A6B53}"/>
          </ac:picMkLst>
        </pc:picChg>
        <pc:picChg chg="add del mod">
          <ac:chgData name="Shmuel Wimer" userId="8ef14acc-0d94-4859-bee1-3b6488f0f102" providerId="ADAL" clId="{2891196E-E581-47E3-AAD7-5B981CEF6CD4}" dt="2026-05-03T15:26:59.405" v="101" actId="478"/>
          <ac:picMkLst>
            <pc:docMk/>
            <pc:sldMk cId="562773245" sldId="295"/>
            <ac:picMk id="11" creationId="{7506FCD3-87D0-E022-265B-3CCC4A0C70E5}"/>
          </ac:picMkLst>
        </pc:picChg>
        <pc:picChg chg="add mod">
          <ac:chgData name="Shmuel Wimer" userId="8ef14acc-0d94-4859-bee1-3b6488f0f102" providerId="ADAL" clId="{2891196E-E581-47E3-AAD7-5B981CEF6CD4}" dt="2026-05-03T15:45:19.961" v="292" actId="165"/>
          <ac:picMkLst>
            <pc:docMk/>
            <pc:sldMk cId="562773245" sldId="295"/>
            <ac:picMk id="13" creationId="{FFEDACEB-9C35-3484-586D-805682EAFF38}"/>
          </ac:picMkLst>
        </pc:picChg>
        <pc:picChg chg="add mod topLvl">
          <ac:chgData name="Shmuel Wimer" userId="8ef14acc-0d94-4859-bee1-3b6488f0f102" providerId="ADAL" clId="{2891196E-E581-47E3-AAD7-5B981CEF6CD4}" dt="2026-05-03T15:46:39.929" v="293" actId="164"/>
          <ac:picMkLst>
            <pc:docMk/>
            <pc:sldMk cId="562773245" sldId="295"/>
            <ac:picMk id="18" creationId="{B698CE0A-0A7B-5058-3251-4945CAF1ABE2}"/>
          </ac:picMkLst>
        </pc:picChg>
        <pc:cxnChg chg="add mod topLvl">
          <ac:chgData name="Shmuel Wimer" userId="8ef14acc-0d94-4859-bee1-3b6488f0f102" providerId="ADAL" clId="{2891196E-E581-47E3-AAD7-5B981CEF6CD4}" dt="2026-05-04T03:01:02.394" v="400" actId="208"/>
          <ac:cxnSpMkLst>
            <pc:docMk/>
            <pc:sldMk cId="562773245" sldId="295"/>
            <ac:cxnSpMk id="22" creationId="{EE05076C-7506-B56F-B88D-62BBD1032C4A}"/>
          </ac:cxnSpMkLst>
        </pc:cxnChg>
        <pc:cxnChg chg="add mod topLvl">
          <ac:chgData name="Shmuel Wimer" userId="8ef14acc-0d94-4859-bee1-3b6488f0f102" providerId="ADAL" clId="{2891196E-E581-47E3-AAD7-5B981CEF6CD4}" dt="2026-05-04T03:01:27.984" v="403" actId="208"/>
          <ac:cxnSpMkLst>
            <pc:docMk/>
            <pc:sldMk cId="562773245" sldId="295"/>
            <ac:cxnSpMk id="26" creationId="{B6895362-B09D-AB9F-EE66-E538A6E1DD61}"/>
          </ac:cxnSpMkLst>
        </pc:cxnChg>
        <pc:cxnChg chg="add mod topLvl">
          <ac:chgData name="Shmuel Wimer" userId="8ef14acc-0d94-4859-bee1-3b6488f0f102" providerId="ADAL" clId="{2891196E-E581-47E3-AAD7-5B981CEF6CD4}" dt="2026-05-04T03:01:02.394" v="400" actId="208"/>
          <ac:cxnSpMkLst>
            <pc:docMk/>
            <pc:sldMk cId="562773245" sldId="295"/>
            <ac:cxnSpMk id="28" creationId="{B393BB17-A147-BAC9-7DCF-D002A41D106A}"/>
          </ac:cxnSpMkLst>
        </pc:cxnChg>
        <pc:cxnChg chg="add mod">
          <ac:chgData name="Shmuel Wimer" userId="8ef14acc-0d94-4859-bee1-3b6488f0f102" providerId="ADAL" clId="{2891196E-E581-47E3-AAD7-5B981CEF6CD4}" dt="2026-05-04T03:01:02.394" v="400" actId="208"/>
          <ac:cxnSpMkLst>
            <pc:docMk/>
            <pc:sldMk cId="562773245" sldId="295"/>
            <ac:cxnSpMk id="40" creationId="{5D7E4EBE-7E4C-377D-3119-B377608FE217}"/>
          </ac:cxnSpMkLst>
        </pc:cxnChg>
      </pc:sldChg>
      <pc:sldChg chg="addSp delSp modSp add mod modAnim">
        <pc:chgData name="Shmuel Wimer" userId="8ef14acc-0d94-4859-bee1-3b6488f0f102" providerId="ADAL" clId="{2891196E-E581-47E3-AAD7-5B981CEF6CD4}" dt="2026-05-04T05:55:29.917" v="1673"/>
        <pc:sldMkLst>
          <pc:docMk/>
          <pc:sldMk cId="1079903734" sldId="296"/>
        </pc:sldMkLst>
        <pc:spChg chg="add del mod">
          <ac:chgData name="Shmuel Wimer" userId="8ef14acc-0d94-4859-bee1-3b6488f0f102" providerId="ADAL" clId="{2891196E-E581-47E3-AAD7-5B981CEF6CD4}" dt="2026-05-03T15:53:39.528" v="367" actId="1076"/>
          <ac:spMkLst>
            <pc:docMk/>
            <pc:sldMk cId="1079903734" sldId="296"/>
            <ac:spMk id="14" creationId="{559A67B8-4172-C910-16CF-D9D1DE1B29A3}"/>
          </ac:spMkLst>
        </pc:spChg>
        <pc:spChg chg="mod">
          <ac:chgData name="Shmuel Wimer" userId="8ef14acc-0d94-4859-bee1-3b6488f0f102" providerId="ADAL" clId="{2891196E-E581-47E3-AAD7-5B981CEF6CD4}" dt="2026-05-03T15:48:40.178" v="300" actId="478"/>
          <ac:spMkLst>
            <pc:docMk/>
            <pc:sldMk cId="1079903734" sldId="296"/>
            <ac:spMk id="15" creationId="{38B946DF-5419-C961-24DC-0B1B0359E5A1}"/>
          </ac:spMkLst>
        </pc:spChg>
        <pc:spChg chg="add del mod">
          <ac:chgData name="Shmuel Wimer" userId="8ef14acc-0d94-4859-bee1-3b6488f0f102" providerId="ADAL" clId="{2891196E-E581-47E3-AAD7-5B981CEF6CD4}" dt="2026-05-03T15:56:11.209" v="378" actId="164"/>
          <ac:spMkLst>
            <pc:docMk/>
            <pc:sldMk cId="1079903734" sldId="296"/>
            <ac:spMk id="20" creationId="{954D7C30-CD75-E8B0-8683-5ABFB744A36F}"/>
          </ac:spMkLst>
        </pc:spChg>
        <pc:grpChg chg="add mod">
          <ac:chgData name="Shmuel Wimer" userId="8ef14acc-0d94-4859-bee1-3b6488f0f102" providerId="ADAL" clId="{2891196E-E581-47E3-AAD7-5B981CEF6CD4}" dt="2026-05-04T05:55:00.116" v="1656" actId="1035"/>
          <ac:grpSpMkLst>
            <pc:docMk/>
            <pc:sldMk cId="1079903734" sldId="296"/>
            <ac:grpSpMk id="11" creationId="{0C74FA83-5C3C-3231-75F1-C7BA1E8D0D20}"/>
          </ac:grpSpMkLst>
        </pc:grpChg>
        <pc:grpChg chg="add mod">
          <ac:chgData name="Shmuel Wimer" userId="8ef14acc-0d94-4859-bee1-3b6488f0f102" providerId="ADAL" clId="{2891196E-E581-47E3-AAD7-5B981CEF6CD4}" dt="2026-05-04T05:55:08.884" v="1671" actId="1038"/>
          <ac:grpSpMkLst>
            <pc:docMk/>
            <pc:sldMk cId="1079903734" sldId="296"/>
            <ac:grpSpMk id="12" creationId="{106BCA6B-5346-1228-573D-E5D40C878601}"/>
          </ac:grpSpMkLst>
        </pc:grpChg>
        <pc:grpChg chg="add del mod topLvl">
          <ac:chgData name="Shmuel Wimer" userId="8ef14acc-0d94-4859-bee1-3b6488f0f102" providerId="ADAL" clId="{2891196E-E581-47E3-AAD7-5B981CEF6CD4}" dt="2026-05-03T15:56:04.131" v="377" actId="164"/>
          <ac:grpSpMkLst>
            <pc:docMk/>
            <pc:sldMk cId="1079903734" sldId="296"/>
            <ac:grpSpMk id="16" creationId="{ED000CA0-53D6-51EA-EE52-954480B6C790}"/>
          </ac:grpSpMkLst>
        </pc:grpChg>
        <pc:grpChg chg="add del">
          <ac:chgData name="Shmuel Wimer" userId="8ef14acc-0d94-4859-bee1-3b6488f0f102" providerId="ADAL" clId="{2891196E-E581-47E3-AAD7-5B981CEF6CD4}" dt="2026-05-03T15:55:02.311" v="374" actId="478"/>
          <ac:grpSpMkLst>
            <pc:docMk/>
            <pc:sldMk cId="1079903734" sldId="296"/>
            <ac:grpSpMk id="19" creationId="{F77F336B-703B-C056-4CCC-711EB271136D}"/>
          </ac:grpSpMkLst>
        </pc:grpChg>
        <pc:picChg chg="add mod">
          <ac:chgData name="Shmuel Wimer" userId="8ef14acc-0d94-4859-bee1-3b6488f0f102" providerId="ADAL" clId="{2891196E-E581-47E3-AAD7-5B981CEF6CD4}" dt="2026-05-03T15:56:04.131" v="377" actId="164"/>
          <ac:picMkLst>
            <pc:docMk/>
            <pc:sldMk cId="1079903734" sldId="296"/>
            <ac:picMk id="6" creationId="{64054C3A-AE5A-6E46-5015-F712FD1BFA4D}"/>
          </ac:picMkLst>
        </pc:picChg>
        <pc:picChg chg="add mod">
          <ac:chgData name="Shmuel Wimer" userId="8ef14acc-0d94-4859-bee1-3b6488f0f102" providerId="ADAL" clId="{2891196E-E581-47E3-AAD7-5B981CEF6CD4}" dt="2026-05-03T15:56:04.131" v="377" actId="164"/>
          <ac:picMkLst>
            <pc:docMk/>
            <pc:sldMk cId="1079903734" sldId="296"/>
            <ac:picMk id="8" creationId="{FE479D19-89F8-B57B-24CF-741A4F59722C}"/>
          </ac:picMkLst>
        </pc:picChg>
        <pc:picChg chg="add mod">
          <ac:chgData name="Shmuel Wimer" userId="8ef14acc-0d94-4859-bee1-3b6488f0f102" providerId="ADAL" clId="{2891196E-E581-47E3-AAD7-5B981CEF6CD4}" dt="2026-05-03T15:56:11.209" v="378" actId="164"/>
          <ac:picMkLst>
            <pc:docMk/>
            <pc:sldMk cId="1079903734" sldId="296"/>
            <ac:picMk id="10" creationId="{58E63727-2D35-50F2-33A8-4926D9ED8168}"/>
          </ac:picMkLst>
        </pc:picChg>
        <pc:picChg chg="add del">
          <ac:chgData name="Shmuel Wimer" userId="8ef14acc-0d94-4859-bee1-3b6488f0f102" providerId="ADAL" clId="{2891196E-E581-47E3-AAD7-5B981CEF6CD4}" dt="2026-05-03T15:49:31.904" v="307" actId="478"/>
          <ac:picMkLst>
            <pc:docMk/>
            <pc:sldMk cId="1079903734" sldId="296"/>
            <ac:picMk id="13" creationId="{DA38F362-68B6-4382-09BB-2363EC4F5C27}"/>
          </ac:picMkLst>
        </pc:picChg>
        <pc:picChg chg="add del mod topLvl">
          <ac:chgData name="Shmuel Wimer" userId="8ef14acc-0d94-4859-bee1-3b6488f0f102" providerId="ADAL" clId="{2891196E-E581-47E3-AAD7-5B981CEF6CD4}" dt="2026-05-03T15:55:02.311" v="374" actId="478"/>
          <ac:picMkLst>
            <pc:docMk/>
            <pc:sldMk cId="1079903734" sldId="296"/>
            <ac:picMk id="18" creationId="{BF2FF63A-68B2-333C-0863-F234ECB29473}"/>
          </ac:picMkLst>
        </pc:picChg>
        <pc:picChg chg="add del mod">
          <ac:chgData name="Shmuel Wimer" userId="8ef14acc-0d94-4859-bee1-3b6488f0f102" providerId="ADAL" clId="{2891196E-E581-47E3-AAD7-5B981CEF6CD4}" dt="2026-05-04T05:30:51.285" v="1172" actId="21"/>
          <ac:picMkLst>
            <pc:docMk/>
            <pc:sldMk cId="1079903734" sldId="296"/>
            <ac:picMk id="21" creationId="{F2558CC7-BD34-CF66-5583-414E702AEC95}"/>
          </ac:picMkLst>
        </pc:picChg>
      </pc:sldChg>
      <pc:sldChg chg="addSp delSp modSp new mod modAnim">
        <pc:chgData name="Shmuel Wimer" userId="8ef14acc-0d94-4859-bee1-3b6488f0f102" providerId="ADAL" clId="{2891196E-E581-47E3-AAD7-5B981CEF6CD4}" dt="2026-05-04T05:35:38.560" v="1495"/>
        <pc:sldMkLst>
          <pc:docMk/>
          <pc:sldMk cId="1047943910" sldId="297"/>
        </pc:sldMkLst>
        <pc:spChg chg="add mod">
          <ac:chgData name="Shmuel Wimer" userId="8ef14acc-0d94-4859-bee1-3b6488f0f102" providerId="ADAL" clId="{2891196E-E581-47E3-AAD7-5B981CEF6CD4}" dt="2026-05-04T05:34:54.424" v="1492" actId="1035"/>
          <ac:spMkLst>
            <pc:docMk/>
            <pc:sldMk cId="1047943910" sldId="297"/>
            <ac:spMk id="5" creationId="{897B9CFC-C3B9-DA61-D785-752FDFCD3FE6}"/>
          </ac:spMkLst>
        </pc:spChg>
        <pc:spChg chg="add mod">
          <ac:chgData name="Shmuel Wimer" userId="8ef14acc-0d94-4859-bee1-3b6488f0f102" providerId="ADAL" clId="{2891196E-E581-47E3-AAD7-5B981CEF6CD4}" dt="2026-05-04T05:33:44.304" v="1364" actId="1038"/>
          <ac:spMkLst>
            <pc:docMk/>
            <pc:sldMk cId="1047943910" sldId="297"/>
            <ac:spMk id="8" creationId="{75194E51-2B0B-3F22-504A-FBD9EB0A2369}"/>
          </ac:spMkLst>
        </pc:spChg>
        <pc:spChg chg="add mod">
          <ac:chgData name="Shmuel Wimer" userId="8ef14acc-0d94-4859-bee1-3b6488f0f102" providerId="ADAL" clId="{2891196E-E581-47E3-AAD7-5B981CEF6CD4}" dt="2026-05-04T05:33:48.153" v="1366" actId="1037"/>
          <ac:spMkLst>
            <pc:docMk/>
            <pc:sldMk cId="1047943910" sldId="297"/>
            <ac:spMk id="10" creationId="{73F2B9FE-A5E7-A7F8-FF0B-87348272E34F}"/>
          </ac:spMkLst>
        </pc:spChg>
        <pc:grpChg chg="add mod">
          <ac:chgData name="Shmuel Wimer" userId="8ef14acc-0d94-4859-bee1-3b6488f0f102" providerId="ADAL" clId="{2891196E-E581-47E3-AAD7-5B981CEF6CD4}" dt="2026-05-04T05:33:29.012" v="1290" actId="164"/>
          <ac:grpSpMkLst>
            <pc:docMk/>
            <pc:sldMk cId="1047943910" sldId="297"/>
            <ac:grpSpMk id="11" creationId="{CC2E61BB-C1B3-3831-1F13-2D0EB78C7F9C}"/>
          </ac:grpSpMkLst>
        </pc:grpChg>
        <pc:grpChg chg="add mod">
          <ac:chgData name="Shmuel Wimer" userId="8ef14acc-0d94-4859-bee1-3b6488f0f102" providerId="ADAL" clId="{2891196E-E581-47E3-AAD7-5B981CEF6CD4}" dt="2026-05-04T05:33:29.012" v="1290" actId="164"/>
          <ac:grpSpMkLst>
            <pc:docMk/>
            <pc:sldMk cId="1047943910" sldId="297"/>
            <ac:grpSpMk id="12" creationId="{56396328-569E-DB2A-6C1F-50964916E73A}"/>
          </ac:grpSpMkLst>
        </pc:grpChg>
        <pc:grpChg chg="add mod">
          <ac:chgData name="Shmuel Wimer" userId="8ef14acc-0d94-4859-bee1-3b6488f0f102" providerId="ADAL" clId="{2891196E-E581-47E3-AAD7-5B981CEF6CD4}" dt="2026-05-04T05:34:49.697" v="1480" actId="1035"/>
          <ac:grpSpMkLst>
            <pc:docMk/>
            <pc:sldMk cId="1047943910" sldId="297"/>
            <ac:grpSpMk id="13" creationId="{05436B76-16C0-823F-671A-74BBB13E23AB}"/>
          </ac:grpSpMkLst>
        </pc:grpChg>
        <pc:picChg chg="add del">
          <ac:chgData name="Shmuel Wimer" userId="8ef14acc-0d94-4859-bee1-3b6488f0f102" providerId="ADAL" clId="{2891196E-E581-47E3-AAD7-5B981CEF6CD4}" dt="2026-05-04T05:27:04.041" v="1151" actId="478"/>
          <ac:picMkLst>
            <pc:docMk/>
            <pc:sldMk cId="1047943910" sldId="297"/>
            <ac:picMk id="7" creationId="{559A99F2-FFD5-64C0-6FF0-4F3785A0CCB6}"/>
          </ac:picMkLst>
        </pc:picChg>
        <pc:picChg chg="add mod">
          <ac:chgData name="Shmuel Wimer" userId="8ef14acc-0d94-4859-bee1-3b6488f0f102" providerId="ADAL" clId="{2891196E-E581-47E3-AAD7-5B981CEF6CD4}" dt="2026-05-04T05:33:44.304" v="1364" actId="1038"/>
          <ac:picMkLst>
            <pc:docMk/>
            <pc:sldMk cId="1047943910" sldId="297"/>
            <ac:picMk id="9" creationId="{077AE668-F8DD-451F-5236-75E5C752E1D2}"/>
          </ac:picMkLst>
        </pc:picChg>
        <pc:picChg chg="add mod">
          <ac:chgData name="Shmuel Wimer" userId="8ef14acc-0d94-4859-bee1-3b6488f0f102" providerId="ADAL" clId="{2891196E-E581-47E3-AAD7-5B981CEF6CD4}" dt="2026-05-04T05:34:42.726" v="1474" actId="1076"/>
          <ac:picMkLst>
            <pc:docMk/>
            <pc:sldMk cId="1047943910" sldId="297"/>
            <ac:picMk id="21" creationId="{F2558CC7-BD34-CF66-5583-414E702AEC95}"/>
          </ac:picMkLst>
        </pc:picChg>
        <pc:picChg chg="add mod">
          <ac:chgData name="Shmuel Wimer" userId="8ef14acc-0d94-4859-bee1-3b6488f0f102" providerId="ADAL" clId="{2891196E-E581-47E3-AAD7-5B981CEF6CD4}" dt="2026-05-04T05:33:48.153" v="1366" actId="1037"/>
          <ac:picMkLst>
            <pc:docMk/>
            <pc:sldMk cId="1047943910" sldId="297"/>
            <ac:picMk id="53" creationId="{F887B459-7B66-4AA7-A4D1-22A643424838}"/>
          </ac:picMkLst>
        </pc:picChg>
      </pc:sldChg>
      <pc:sldChg chg="addSp delSp modSp new mod modAnim">
        <pc:chgData name="Shmuel Wimer" userId="8ef14acc-0d94-4859-bee1-3b6488f0f102" providerId="ADAL" clId="{2891196E-E581-47E3-AAD7-5B981CEF6CD4}" dt="2026-05-04T05:27:01.054" v="1150" actId="21"/>
        <pc:sldMkLst>
          <pc:docMk/>
          <pc:sldMk cId="3698825431" sldId="298"/>
        </pc:sldMkLst>
        <pc:spChg chg="mod topLvl">
          <ac:chgData name="Shmuel Wimer" userId="8ef14acc-0d94-4859-bee1-3b6488f0f102" providerId="ADAL" clId="{2891196E-E581-47E3-AAD7-5B981CEF6CD4}" dt="2026-05-04T04:01:39.299" v="1013" actId="165"/>
          <ac:spMkLst>
            <pc:docMk/>
            <pc:sldMk cId="3698825431" sldId="298"/>
            <ac:spMk id="9" creationId="{02A5DF25-C389-A18A-5B16-F196919F031D}"/>
          </ac:spMkLst>
        </pc:spChg>
        <pc:spChg chg="mod topLvl">
          <ac:chgData name="Shmuel Wimer" userId="8ef14acc-0d94-4859-bee1-3b6488f0f102" providerId="ADAL" clId="{2891196E-E581-47E3-AAD7-5B981CEF6CD4}" dt="2026-05-04T04:01:39.299" v="1013" actId="165"/>
          <ac:spMkLst>
            <pc:docMk/>
            <pc:sldMk cId="3698825431" sldId="298"/>
            <ac:spMk id="10" creationId="{C54113DD-76FC-8D87-949C-DE7C78E57C2D}"/>
          </ac:spMkLst>
        </pc:spChg>
        <pc:spChg chg="add mod">
          <ac:chgData name="Shmuel Wimer" userId="8ef14acc-0d94-4859-bee1-3b6488f0f102" providerId="ADAL" clId="{2891196E-E581-47E3-AAD7-5B981CEF6CD4}" dt="2026-05-04T04:06:02.937" v="1032" actId="1036"/>
          <ac:spMkLst>
            <pc:docMk/>
            <pc:sldMk cId="3698825431" sldId="298"/>
            <ac:spMk id="15" creationId="{0326BD4D-5BFB-4D32-0820-A3742F87E02A}"/>
          </ac:spMkLst>
        </pc:spChg>
        <pc:spChg chg="add del">
          <ac:chgData name="Shmuel Wimer" userId="8ef14acc-0d94-4859-bee1-3b6488f0f102" providerId="ADAL" clId="{2891196E-E581-47E3-AAD7-5B981CEF6CD4}" dt="2026-05-04T03:32:09.169" v="591" actId="478"/>
          <ac:spMkLst>
            <pc:docMk/>
            <pc:sldMk cId="3698825431" sldId="298"/>
            <ac:spMk id="17" creationId="{5B893547-B536-1665-7813-115B13FC0DA6}"/>
          </ac:spMkLst>
        </pc:spChg>
        <pc:spChg chg="add mod">
          <ac:chgData name="Shmuel Wimer" userId="8ef14acc-0d94-4859-bee1-3b6488f0f102" providerId="ADAL" clId="{2891196E-E581-47E3-AAD7-5B981CEF6CD4}" dt="2026-05-04T04:09:02.193" v="1054" actId="1036"/>
          <ac:spMkLst>
            <pc:docMk/>
            <pc:sldMk cId="3698825431" sldId="298"/>
            <ac:spMk id="18" creationId="{D4E8EE2C-2E2D-B56C-B546-B123A1F291B4}"/>
          </ac:spMkLst>
        </pc:spChg>
        <pc:spChg chg="add del mod">
          <ac:chgData name="Shmuel Wimer" userId="8ef14acc-0d94-4859-bee1-3b6488f0f102" providerId="ADAL" clId="{2891196E-E581-47E3-AAD7-5B981CEF6CD4}" dt="2026-05-04T03:35:51.673" v="611" actId="478"/>
          <ac:spMkLst>
            <pc:docMk/>
            <pc:sldMk cId="3698825431" sldId="298"/>
            <ac:spMk id="19" creationId="{C232FEF7-AA33-F068-2514-9AC83A6369A1}"/>
          </ac:spMkLst>
        </pc:spChg>
        <pc:spChg chg="add mod">
          <ac:chgData name="Shmuel Wimer" userId="8ef14acc-0d94-4859-bee1-3b6488f0f102" providerId="ADAL" clId="{2891196E-E581-47E3-AAD7-5B981CEF6CD4}" dt="2026-05-04T05:05:01.454" v="1134" actId="1076"/>
          <ac:spMkLst>
            <pc:docMk/>
            <pc:sldMk cId="3698825431" sldId="298"/>
            <ac:spMk id="20" creationId="{7106B089-8F4B-FE5E-9BF1-00009ADEA049}"/>
          </ac:spMkLst>
        </pc:spChg>
        <pc:spChg chg="add del mod">
          <ac:chgData name="Shmuel Wimer" userId="8ef14acc-0d94-4859-bee1-3b6488f0f102" providerId="ADAL" clId="{2891196E-E581-47E3-AAD7-5B981CEF6CD4}" dt="2026-05-04T03:39:57.464" v="625" actId="478"/>
          <ac:spMkLst>
            <pc:docMk/>
            <pc:sldMk cId="3698825431" sldId="298"/>
            <ac:spMk id="21" creationId="{0B44C484-2814-EA95-C80F-4B93662F894A}"/>
          </ac:spMkLst>
        </pc:spChg>
        <pc:spChg chg="add mod">
          <ac:chgData name="Shmuel Wimer" userId="8ef14acc-0d94-4859-bee1-3b6488f0f102" providerId="ADAL" clId="{2891196E-E581-47E3-AAD7-5B981CEF6CD4}" dt="2026-05-04T04:06:24.398" v="1037" actId="1076"/>
          <ac:spMkLst>
            <pc:docMk/>
            <pc:sldMk cId="3698825431" sldId="298"/>
            <ac:spMk id="22" creationId="{E9DBB47E-B74F-567D-3B99-AEE2CF22E333}"/>
          </ac:spMkLst>
        </pc:spChg>
        <pc:spChg chg="mod">
          <ac:chgData name="Shmuel Wimer" userId="8ef14acc-0d94-4859-bee1-3b6488f0f102" providerId="ADAL" clId="{2891196E-E581-47E3-AAD7-5B981CEF6CD4}" dt="2026-05-04T04:12:22.275" v="1092" actId="1076"/>
          <ac:spMkLst>
            <pc:docMk/>
            <pc:sldMk cId="3698825431" sldId="298"/>
            <ac:spMk id="28" creationId="{7A90876E-7007-D9EF-3673-4404CC979D9B}"/>
          </ac:spMkLst>
        </pc:spChg>
        <pc:spChg chg="mod">
          <ac:chgData name="Shmuel Wimer" userId="8ef14acc-0d94-4859-bee1-3b6488f0f102" providerId="ADAL" clId="{2891196E-E581-47E3-AAD7-5B981CEF6CD4}" dt="2026-05-04T05:05:32.108" v="1135" actId="1076"/>
          <ac:spMkLst>
            <pc:docMk/>
            <pc:sldMk cId="3698825431" sldId="298"/>
            <ac:spMk id="29" creationId="{D257DD87-8CBA-AA7C-BD67-E595F810FB7B}"/>
          </ac:spMkLst>
        </pc:spChg>
        <pc:spChg chg="mod">
          <ac:chgData name="Shmuel Wimer" userId="8ef14acc-0d94-4859-bee1-3b6488f0f102" providerId="ADAL" clId="{2891196E-E581-47E3-AAD7-5B981CEF6CD4}" dt="2026-05-04T04:06:45.399" v="1041" actId="1076"/>
          <ac:spMkLst>
            <pc:docMk/>
            <pc:sldMk cId="3698825431" sldId="298"/>
            <ac:spMk id="30" creationId="{D882B468-6027-A662-CEAB-62CF5112641E}"/>
          </ac:spMkLst>
        </pc:spChg>
        <pc:spChg chg="add mod">
          <ac:chgData name="Shmuel Wimer" userId="8ef14acc-0d94-4859-bee1-3b6488f0f102" providerId="ADAL" clId="{2891196E-E581-47E3-AAD7-5B981CEF6CD4}" dt="2026-05-04T04:12:29.771" v="1093" actId="1076"/>
          <ac:spMkLst>
            <pc:docMk/>
            <pc:sldMk cId="3698825431" sldId="298"/>
            <ac:spMk id="47" creationId="{05A10F8C-CEE3-C3AF-2216-372AA2288D4C}"/>
          </ac:spMkLst>
        </pc:spChg>
        <pc:spChg chg="add mod">
          <ac:chgData name="Shmuel Wimer" userId="8ef14acc-0d94-4859-bee1-3b6488f0f102" providerId="ADAL" clId="{2891196E-E581-47E3-AAD7-5B981CEF6CD4}" dt="2026-05-04T05:06:15" v="1139" actId="1076"/>
          <ac:spMkLst>
            <pc:docMk/>
            <pc:sldMk cId="3698825431" sldId="298"/>
            <ac:spMk id="48" creationId="{CCAAB536-B07D-C678-29AA-AE6FB3CCC14E}"/>
          </ac:spMkLst>
        </pc:spChg>
        <pc:spChg chg="add mod">
          <ac:chgData name="Shmuel Wimer" userId="8ef14acc-0d94-4859-bee1-3b6488f0f102" providerId="ADAL" clId="{2891196E-E581-47E3-AAD7-5B981CEF6CD4}" dt="2026-05-04T04:12:37.999" v="1094" actId="1076"/>
          <ac:spMkLst>
            <pc:docMk/>
            <pc:sldMk cId="3698825431" sldId="298"/>
            <ac:spMk id="49" creationId="{4D99E459-EBE9-7090-996E-F7016F9C6A29}"/>
          </ac:spMkLst>
        </pc:spChg>
        <pc:grpChg chg="add del mod">
          <ac:chgData name="Shmuel Wimer" userId="8ef14acc-0d94-4859-bee1-3b6488f0f102" providerId="ADAL" clId="{2891196E-E581-47E3-AAD7-5B981CEF6CD4}" dt="2026-05-04T03:27:32.149" v="563" actId="165"/>
          <ac:grpSpMkLst>
            <pc:docMk/>
            <pc:sldMk cId="3698825431" sldId="298"/>
            <ac:grpSpMk id="5" creationId="{570B405A-259B-83CA-0367-4E4D6ECEEE3E}"/>
          </ac:grpSpMkLst>
        </pc:grpChg>
        <pc:grpChg chg="del mod topLvl">
          <ac:chgData name="Shmuel Wimer" userId="8ef14acc-0d94-4859-bee1-3b6488f0f102" providerId="ADAL" clId="{2891196E-E581-47E3-AAD7-5B981CEF6CD4}" dt="2026-05-04T03:28:59.439" v="566" actId="165"/>
          <ac:grpSpMkLst>
            <pc:docMk/>
            <pc:sldMk cId="3698825431" sldId="298"/>
            <ac:grpSpMk id="6" creationId="{30DB21FA-18C5-609B-DD08-399AD707C5FE}"/>
          </ac:grpSpMkLst>
        </pc:grpChg>
        <pc:grpChg chg="add mod topLvl">
          <ac:chgData name="Shmuel Wimer" userId="8ef14acc-0d94-4859-bee1-3b6488f0f102" providerId="ADAL" clId="{2891196E-E581-47E3-AAD7-5B981CEF6CD4}" dt="2026-05-04T04:01:52.459" v="1014" actId="164"/>
          <ac:grpSpMkLst>
            <pc:docMk/>
            <pc:sldMk cId="3698825431" sldId="298"/>
            <ac:grpSpMk id="13" creationId="{F697DFF9-8B29-6C68-3444-D3CBF9518A4C}"/>
          </ac:grpSpMkLst>
        </pc:grpChg>
        <pc:grpChg chg="add mod topLvl">
          <ac:chgData name="Shmuel Wimer" userId="8ef14acc-0d94-4859-bee1-3b6488f0f102" providerId="ADAL" clId="{2891196E-E581-47E3-AAD7-5B981CEF6CD4}" dt="2026-05-04T04:01:52.459" v="1014" actId="164"/>
          <ac:grpSpMkLst>
            <pc:docMk/>
            <pc:sldMk cId="3698825431" sldId="298"/>
            <ac:grpSpMk id="14" creationId="{45FE07C9-86EC-7BB8-6830-E728B08E7E40}"/>
          </ac:grpSpMkLst>
        </pc:grpChg>
        <pc:grpChg chg="add mod topLvl">
          <ac:chgData name="Shmuel Wimer" userId="8ef14acc-0d94-4859-bee1-3b6488f0f102" providerId="ADAL" clId="{2891196E-E581-47E3-AAD7-5B981CEF6CD4}" dt="2026-05-04T04:02:03.193" v="1015" actId="164"/>
          <ac:grpSpMkLst>
            <pc:docMk/>
            <pc:sldMk cId="3698825431" sldId="298"/>
            <ac:grpSpMk id="16" creationId="{7651486E-E1BA-E6CE-6707-85F8FC3216CA}"/>
          </ac:grpSpMkLst>
        </pc:grpChg>
        <pc:grpChg chg="add mod">
          <ac:chgData name="Shmuel Wimer" userId="8ef14acc-0d94-4859-bee1-3b6488f0f102" providerId="ADAL" clId="{2891196E-E581-47E3-AAD7-5B981CEF6CD4}" dt="2026-05-04T04:03:39.641" v="1019" actId="164"/>
          <ac:grpSpMkLst>
            <pc:docMk/>
            <pc:sldMk cId="3698825431" sldId="298"/>
            <ac:grpSpMk id="23" creationId="{C3F3182B-248B-2BEB-C3DD-3804A90EBE7C}"/>
          </ac:grpSpMkLst>
        </pc:grpChg>
        <pc:grpChg chg="add del mod">
          <ac:chgData name="Shmuel Wimer" userId="8ef14acc-0d94-4859-bee1-3b6488f0f102" providerId="ADAL" clId="{2891196E-E581-47E3-AAD7-5B981CEF6CD4}" dt="2026-05-04T04:01:39.299" v="1013" actId="165"/>
          <ac:grpSpMkLst>
            <pc:docMk/>
            <pc:sldMk cId="3698825431" sldId="298"/>
            <ac:grpSpMk id="24" creationId="{BDEC443B-D359-BBE4-6996-C30294348F1E}"/>
          </ac:grpSpMkLst>
        </pc:grpChg>
        <pc:grpChg chg="add mod ord">
          <ac:chgData name="Shmuel Wimer" userId="8ef14acc-0d94-4859-bee1-3b6488f0f102" providerId="ADAL" clId="{2891196E-E581-47E3-AAD7-5B981CEF6CD4}" dt="2026-05-04T04:04:12.427" v="1022" actId="164"/>
          <ac:grpSpMkLst>
            <pc:docMk/>
            <pc:sldMk cId="3698825431" sldId="298"/>
            <ac:grpSpMk id="27" creationId="{45B265EA-7C50-8195-3D6A-08185E669568}"/>
          </ac:grpSpMkLst>
        </pc:grpChg>
        <pc:grpChg chg="add mod">
          <ac:chgData name="Shmuel Wimer" userId="8ef14acc-0d94-4859-bee1-3b6488f0f102" providerId="ADAL" clId="{2891196E-E581-47E3-AAD7-5B981CEF6CD4}" dt="2026-05-04T04:04:12.427" v="1022" actId="164"/>
          <ac:grpSpMkLst>
            <pc:docMk/>
            <pc:sldMk cId="3698825431" sldId="298"/>
            <ac:grpSpMk id="33" creationId="{534DA504-9024-3CDB-881D-29AFFBC582E5}"/>
          </ac:grpSpMkLst>
        </pc:grpChg>
        <pc:grpChg chg="add mod">
          <ac:chgData name="Shmuel Wimer" userId="8ef14acc-0d94-4859-bee1-3b6488f0f102" providerId="ADAL" clId="{2891196E-E581-47E3-AAD7-5B981CEF6CD4}" dt="2026-05-04T04:01:52.459" v="1014" actId="164"/>
          <ac:grpSpMkLst>
            <pc:docMk/>
            <pc:sldMk cId="3698825431" sldId="298"/>
            <ac:grpSpMk id="38" creationId="{D4E5B89A-D64E-ECF9-2F7C-518FD8DA233C}"/>
          </ac:grpSpMkLst>
        </pc:grpChg>
        <pc:grpChg chg="add mod">
          <ac:chgData name="Shmuel Wimer" userId="8ef14acc-0d94-4859-bee1-3b6488f0f102" providerId="ADAL" clId="{2891196E-E581-47E3-AAD7-5B981CEF6CD4}" dt="2026-05-04T04:03:39.641" v="1019" actId="164"/>
          <ac:grpSpMkLst>
            <pc:docMk/>
            <pc:sldMk cId="3698825431" sldId="298"/>
            <ac:grpSpMk id="39" creationId="{1578DF71-A93C-6133-6D45-729117A8FE3B}"/>
          </ac:grpSpMkLst>
        </pc:grpChg>
        <pc:grpChg chg="add mod">
          <ac:chgData name="Shmuel Wimer" userId="8ef14acc-0d94-4859-bee1-3b6488f0f102" providerId="ADAL" clId="{2891196E-E581-47E3-AAD7-5B981CEF6CD4}" dt="2026-05-04T04:08:51.273" v="1049" actId="1035"/>
          <ac:grpSpMkLst>
            <pc:docMk/>
            <pc:sldMk cId="3698825431" sldId="298"/>
            <ac:grpSpMk id="40" creationId="{25A5B333-8B8D-22FB-2D6E-B6CD8AD3075C}"/>
          </ac:grpSpMkLst>
        </pc:grpChg>
        <pc:grpChg chg="add mod">
          <ac:chgData name="Shmuel Wimer" userId="8ef14acc-0d94-4859-bee1-3b6488f0f102" providerId="ADAL" clId="{2891196E-E581-47E3-AAD7-5B981CEF6CD4}" dt="2026-05-04T04:09:32.650" v="1069" actId="1036"/>
          <ac:grpSpMkLst>
            <pc:docMk/>
            <pc:sldMk cId="3698825431" sldId="298"/>
            <ac:grpSpMk id="41" creationId="{4D1468FA-D6B0-6924-D599-D0E163CCB9CF}"/>
          </ac:grpSpMkLst>
        </pc:grpChg>
        <pc:grpChg chg="add mod">
          <ac:chgData name="Shmuel Wimer" userId="8ef14acc-0d94-4859-bee1-3b6488f0f102" providerId="ADAL" clId="{2891196E-E581-47E3-AAD7-5B981CEF6CD4}" dt="2026-05-04T04:13:02.652" v="1096" actId="164"/>
          <ac:grpSpMkLst>
            <pc:docMk/>
            <pc:sldMk cId="3698825431" sldId="298"/>
            <ac:grpSpMk id="46" creationId="{C43F8920-8D31-C8C3-BE99-35A70639F2A4}"/>
          </ac:grpSpMkLst>
        </pc:grpChg>
        <pc:grpChg chg="add mod">
          <ac:chgData name="Shmuel Wimer" userId="8ef14acc-0d94-4859-bee1-3b6488f0f102" providerId="ADAL" clId="{2891196E-E581-47E3-AAD7-5B981CEF6CD4}" dt="2026-05-04T04:13:02.652" v="1096" actId="164"/>
          <ac:grpSpMkLst>
            <pc:docMk/>
            <pc:sldMk cId="3698825431" sldId="298"/>
            <ac:grpSpMk id="50" creationId="{15B0488C-B64D-F467-E01D-5EBB2FFA2F8D}"/>
          </ac:grpSpMkLst>
        </pc:grpChg>
        <pc:grpChg chg="add mod">
          <ac:chgData name="Shmuel Wimer" userId="8ef14acc-0d94-4859-bee1-3b6488f0f102" providerId="ADAL" clId="{2891196E-E581-47E3-AAD7-5B981CEF6CD4}" dt="2026-05-04T04:13:02.652" v="1096" actId="164"/>
          <ac:grpSpMkLst>
            <pc:docMk/>
            <pc:sldMk cId="3698825431" sldId="298"/>
            <ac:grpSpMk id="51" creationId="{FFD2C33A-BFD2-ED4C-B63F-7F5E9C4B5C98}"/>
          </ac:grpSpMkLst>
        </pc:grpChg>
        <pc:picChg chg="mod topLvl">
          <ac:chgData name="Shmuel Wimer" userId="8ef14acc-0d94-4859-bee1-3b6488f0f102" providerId="ADAL" clId="{2891196E-E581-47E3-AAD7-5B981CEF6CD4}" dt="2026-05-04T04:01:39.299" v="1013" actId="165"/>
          <ac:picMkLst>
            <pc:docMk/>
            <pc:sldMk cId="3698825431" sldId="298"/>
            <ac:picMk id="7" creationId="{2578911C-EBD7-427B-D601-BAC24C44E155}"/>
          </ac:picMkLst>
        </pc:picChg>
        <pc:picChg chg="mod topLvl">
          <ac:chgData name="Shmuel Wimer" userId="8ef14acc-0d94-4859-bee1-3b6488f0f102" providerId="ADAL" clId="{2891196E-E581-47E3-AAD7-5B981CEF6CD4}" dt="2026-05-04T04:01:39.299" v="1013" actId="165"/>
          <ac:picMkLst>
            <pc:docMk/>
            <pc:sldMk cId="3698825431" sldId="298"/>
            <ac:picMk id="8" creationId="{9ED340FF-4480-16CC-259D-CB48DA5954A8}"/>
          </ac:picMkLst>
        </pc:picChg>
        <pc:picChg chg="add mod">
          <ac:chgData name="Shmuel Wimer" userId="8ef14acc-0d94-4859-bee1-3b6488f0f102" providerId="ADAL" clId="{2891196E-E581-47E3-AAD7-5B981CEF6CD4}" dt="2026-05-04T04:06:02.937" v="1032" actId="1036"/>
          <ac:picMkLst>
            <pc:docMk/>
            <pc:sldMk cId="3698825431" sldId="298"/>
            <ac:picMk id="12" creationId="{96E6D377-54C4-E572-453F-759064B8EF20}"/>
          </ac:picMkLst>
        </pc:picChg>
        <pc:picChg chg="add mod">
          <ac:chgData name="Shmuel Wimer" userId="8ef14acc-0d94-4859-bee1-3b6488f0f102" providerId="ADAL" clId="{2891196E-E581-47E3-AAD7-5B981CEF6CD4}" dt="2026-05-04T04:06:14.562" v="1036" actId="1035"/>
          <ac:picMkLst>
            <pc:docMk/>
            <pc:sldMk cId="3698825431" sldId="298"/>
            <ac:picMk id="26" creationId="{B14E9B2C-D032-8338-54B7-3D3A8A29201D}"/>
          </ac:picMkLst>
        </pc:picChg>
        <pc:picChg chg="add mod">
          <ac:chgData name="Shmuel Wimer" userId="8ef14acc-0d94-4859-bee1-3b6488f0f102" providerId="ADAL" clId="{2891196E-E581-47E3-AAD7-5B981CEF6CD4}" dt="2026-05-04T04:06:14.562" v="1036" actId="1035"/>
          <ac:picMkLst>
            <pc:docMk/>
            <pc:sldMk cId="3698825431" sldId="298"/>
            <ac:picMk id="32" creationId="{0011FC92-148C-94FB-BFEC-AEB32CBCAD6E}"/>
          </ac:picMkLst>
        </pc:picChg>
        <pc:picChg chg="add del mod">
          <ac:chgData name="Shmuel Wimer" userId="8ef14acc-0d94-4859-bee1-3b6488f0f102" providerId="ADAL" clId="{2891196E-E581-47E3-AAD7-5B981CEF6CD4}" dt="2026-05-04T03:59:04.139" v="834" actId="478"/>
          <ac:picMkLst>
            <pc:docMk/>
            <pc:sldMk cId="3698825431" sldId="298"/>
            <ac:picMk id="35" creationId="{DF8CC552-D9D9-82D6-7615-CB43C1398205}"/>
          </ac:picMkLst>
        </pc:picChg>
        <pc:picChg chg="add mod ord">
          <ac:chgData name="Shmuel Wimer" userId="8ef14acc-0d94-4859-bee1-3b6488f0f102" providerId="ADAL" clId="{2891196E-E581-47E3-AAD7-5B981CEF6CD4}" dt="2026-05-04T04:06:06.698" v="1034" actId="1035"/>
          <ac:picMkLst>
            <pc:docMk/>
            <pc:sldMk cId="3698825431" sldId="298"/>
            <ac:picMk id="37" creationId="{ED37C5D8-7185-0961-212B-638EC11DCA8D}"/>
          </ac:picMkLst>
        </pc:picChg>
        <pc:picChg chg="add mod">
          <ac:chgData name="Shmuel Wimer" userId="8ef14acc-0d94-4859-bee1-3b6488f0f102" providerId="ADAL" clId="{2891196E-E581-47E3-AAD7-5B981CEF6CD4}" dt="2026-05-04T04:10:49.658" v="1081" actId="164"/>
          <ac:picMkLst>
            <pc:docMk/>
            <pc:sldMk cId="3698825431" sldId="298"/>
            <ac:picMk id="43" creationId="{9C6A47AA-458C-5268-0EA2-18E288566C07}"/>
          </ac:picMkLst>
        </pc:picChg>
        <pc:picChg chg="add mod">
          <ac:chgData name="Shmuel Wimer" userId="8ef14acc-0d94-4859-bee1-3b6488f0f102" providerId="ADAL" clId="{2891196E-E581-47E3-AAD7-5B981CEF6CD4}" dt="2026-05-04T04:10:49.658" v="1081" actId="164"/>
          <ac:picMkLst>
            <pc:docMk/>
            <pc:sldMk cId="3698825431" sldId="298"/>
            <ac:picMk id="45" creationId="{A59CE720-678C-5823-8246-D18CA31FB0C8}"/>
          </ac:picMkLst>
        </pc:picChg>
        <pc:picChg chg="add del mod">
          <ac:chgData name="Shmuel Wimer" userId="8ef14acc-0d94-4859-bee1-3b6488f0f102" providerId="ADAL" clId="{2891196E-E581-47E3-AAD7-5B981CEF6CD4}" dt="2026-05-04T05:27:01.054" v="1150" actId="21"/>
          <ac:picMkLst>
            <pc:docMk/>
            <pc:sldMk cId="3698825431" sldId="298"/>
            <ac:picMk id="53" creationId="{F887B459-7B66-4AA7-A4D1-22A6434248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F9FEB-9CFE-496E-93BE-D56B6107DD7F}" type="datetimeFigureOut">
              <a:rPr lang="en-US" smtClean="0"/>
              <a:t>19-May-26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3D3-E1A2-4212-A489-A5CBFD00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8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67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21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52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95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60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63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75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18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27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4852-5103-594A-9E91-502AA1A82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2E469-D75A-66DC-9765-D498FC7AF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440E9-3E2D-9F31-61FC-DE16E98FB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B83E6-F7D1-D456-CBF1-DB759FDFEA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85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64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10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62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01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72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93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1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8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0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6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8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5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7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6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7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6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940" y="0"/>
            <a:ext cx="705060" cy="68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L"/>
              <a:t>April  2025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156EA-883B-491A-9A56-90F6CDBF6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5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7.png"/><Relationship Id="rId7" Type="http://schemas.openxmlformats.org/officeDocument/2006/relationships/image" Target="../media/image58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60.png"/><Relationship Id="rId10" Type="http://schemas.openxmlformats.org/officeDocument/2006/relationships/image" Target="../media/image61.png"/><Relationship Id="rId4" Type="http://schemas.openxmlformats.org/officeDocument/2006/relationships/image" Target="../media/image550.png"/><Relationship Id="rId9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4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5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1.png"/><Relationship Id="rId4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350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12" Type="http://schemas.openxmlformats.org/officeDocument/2006/relationships/image" Target="../media/image3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0.png"/><Relationship Id="rId11" Type="http://schemas.openxmlformats.org/officeDocument/2006/relationships/image" Target="../media/image330.png"/><Relationship Id="rId5" Type="http://schemas.openxmlformats.org/officeDocument/2006/relationships/image" Target="../media/image270.png"/><Relationship Id="rId15" Type="http://schemas.openxmlformats.org/officeDocument/2006/relationships/image" Target="../media/image370.png"/><Relationship Id="rId10" Type="http://schemas.openxmlformats.org/officeDocument/2006/relationships/image" Target="../media/image320.png"/><Relationship Id="rId4" Type="http://schemas.openxmlformats.org/officeDocument/2006/relationships/image" Target="../media/image260.png"/><Relationship Id="rId9" Type="http://schemas.openxmlformats.org/officeDocument/2006/relationships/image" Target="../media/image310.png"/><Relationship Id="rId14" Type="http://schemas.openxmlformats.org/officeDocument/2006/relationships/image" Target="../media/image3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1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64.png"/><Relationship Id="rId4" Type="http://schemas.openxmlformats.org/officeDocument/2006/relationships/image" Target="../media/image53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2483" y="628895"/>
            <a:ext cx="6107033" cy="791587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Sorting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968" y="2955177"/>
            <a:ext cx="2869418" cy="32167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</a:t>
            </a:fld>
            <a:endParaRPr lang="en-US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3166008" y="1771071"/>
            <a:ext cx="5859982" cy="865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Prepared by Shmuel Wimer</a:t>
            </a:r>
          </a:p>
          <a:p>
            <a:r>
              <a:rPr lang="en-US" dirty="0"/>
              <a:t>Instructed </a:t>
            </a:r>
            <a:r>
              <a:rPr lang="en-US"/>
              <a:t>by Deganit Armon </a:t>
            </a:r>
            <a:r>
              <a:rPr lang="en-US" dirty="0"/>
              <a:t>and Shmuel Wimer </a:t>
            </a:r>
          </a:p>
        </p:txBody>
      </p:sp>
    </p:spTree>
    <p:extLst>
      <p:ext uri="{BB962C8B-B14F-4D97-AF65-F5344CB8AC3E}">
        <p14:creationId xmlns:p14="http://schemas.microsoft.com/office/powerpoint/2010/main" val="4163084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277608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142960"/>
                <a:ext cx="10261140" cy="5142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Fundamental algorithmic problem, used in enormous applications and for study of other algorithms.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Given sequence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keys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, reorder (permute) to sequence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 s.t.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40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Presented </a:t>
                </a:r>
                <a:r>
                  <a:rPr lang="en-US" sz="2800" b="1" dirty="0"/>
                  <a:t>insertion sort </a:t>
                </a:r>
                <a:r>
                  <a:rPr lang="en-US" sz="2800" dirty="0"/>
                  <a:t>and </a:t>
                </a:r>
                <a:r>
                  <a:rPr lang="en-US" sz="2800" b="1" dirty="0"/>
                  <a:t>BST sort </a:t>
                </a:r>
                <a:r>
                  <a:rPr lang="en-US" sz="2800" dirty="0"/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 worst-case runtime and </a:t>
                </a:r>
                <a:r>
                  <a:rPr lang="en-US" sz="2800" b="1" dirty="0"/>
                  <a:t>heapsort</a:t>
                </a:r>
                <a:r>
                  <a:rPr lang="en-US" sz="2800" dirty="0"/>
                  <a:t> with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 runtime.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We show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 runtime for comparison-based, study </a:t>
                </a:r>
                <a:r>
                  <a:rPr lang="en-US" sz="2800" b="1" dirty="0"/>
                  <a:t>merge sort </a:t>
                </a:r>
                <a:r>
                  <a:rPr lang="en-US" sz="2800" dirty="0"/>
                  <a:t>and </a:t>
                </a:r>
                <a:r>
                  <a:rPr lang="en-US" sz="2800" b="1" dirty="0"/>
                  <a:t>bucket sort </a:t>
                </a:r>
                <a:r>
                  <a:rPr lang="en-US" sz="2800" dirty="0"/>
                  <a:t>(non-comparison)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dirty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runtime.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142960"/>
                <a:ext cx="10261140" cy="5142946"/>
              </a:xfrm>
              <a:prstGeom prst="rect">
                <a:avLst/>
              </a:prstGeom>
              <a:blipFill>
                <a:blip r:embed="rId3"/>
                <a:stretch>
                  <a:fillRect l="-1188" t="-118" r="-1188" b="-177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0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478413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Lower Bound of Sorting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1274379"/>
                <a:ext cx="10261140" cy="2658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Sorting algorithms were based on comparisons.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W.l.o.g all values distinct. Only ordinal position of value matters.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Given input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, the sorting problem is to find a permutation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800" dirty="0"/>
                  <a:t> of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274379"/>
                <a:ext cx="10261140" cy="2658677"/>
              </a:xfrm>
              <a:prstGeom prst="rect">
                <a:avLst/>
              </a:prstGeom>
              <a:blipFill>
                <a:blip r:embed="rId3"/>
                <a:stretch>
                  <a:fillRect l="-1188" t="-229" r="-1188" b="-3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965430" y="4431432"/>
            <a:ext cx="10261140" cy="1513800"/>
            <a:chOff x="965430" y="4539444"/>
            <a:chExt cx="10261140" cy="1513800"/>
          </a:xfrm>
        </p:grpSpPr>
        <p:grpSp>
          <p:nvGrpSpPr>
            <p:cNvPr id="60" name="Group 59"/>
            <p:cNvGrpSpPr/>
            <p:nvPr/>
          </p:nvGrpSpPr>
          <p:grpSpPr>
            <a:xfrm>
              <a:off x="965430" y="4539444"/>
              <a:ext cx="4612980" cy="1513800"/>
              <a:chOff x="1702234" y="4706709"/>
              <a:chExt cx="4612980" cy="1513800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3253188" y="4748393"/>
                <a:ext cx="1476164" cy="624824"/>
                <a:chOff x="3199182" y="5139419"/>
                <a:chExt cx="1476164" cy="624824"/>
              </a:xfrm>
            </p:grpSpPr>
            <p:sp>
              <p:nvSpPr>
                <p:cNvPr id="5" name="Oval 4"/>
                <p:cNvSpPr/>
                <p:nvPr/>
              </p:nvSpPr>
              <p:spPr>
                <a:xfrm>
                  <a:off x="3315972" y="5139419"/>
                  <a:ext cx="1236475" cy="62482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TextBox 6"/>
                    <p:cNvSpPr txBox="1"/>
                    <p:nvPr/>
                  </p:nvSpPr>
                  <p:spPr>
                    <a:xfrm>
                      <a:off x="3199182" y="5190221"/>
                      <a:ext cx="147616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7" name="TextBox 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99182" y="5190221"/>
                      <a:ext cx="1476164" cy="5232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4" name="Group 43"/>
              <p:cNvGrpSpPr/>
              <p:nvPr/>
            </p:nvGrpSpPr>
            <p:grpSpPr>
              <a:xfrm>
                <a:off x="1708343" y="4706709"/>
                <a:ext cx="1842713" cy="1450513"/>
                <a:chOff x="1708343" y="4706709"/>
                <a:chExt cx="1842713" cy="1450513"/>
              </a:xfrm>
            </p:grpSpPr>
            <p:grpSp>
              <p:nvGrpSpPr>
                <p:cNvPr id="43" name="Group 42"/>
                <p:cNvGrpSpPr/>
                <p:nvPr/>
              </p:nvGrpSpPr>
              <p:grpSpPr>
                <a:xfrm>
                  <a:off x="2656015" y="4706709"/>
                  <a:ext cx="895041" cy="917192"/>
                  <a:chOff x="2656015" y="4706709"/>
                  <a:chExt cx="895041" cy="917192"/>
                </a:xfrm>
              </p:grpSpPr>
              <p:cxnSp>
                <p:nvCxnSpPr>
                  <p:cNvPr id="12" name="Straight Connector 11"/>
                  <p:cNvCxnSpPr>
                    <a:stCxn id="36" idx="7"/>
                    <a:endCxn id="5" idx="3"/>
                  </p:cNvCxnSpPr>
                  <p:nvPr/>
                </p:nvCxnSpPr>
                <p:spPr>
                  <a:xfrm flipV="1">
                    <a:off x="2880530" y="5281714"/>
                    <a:ext cx="670526" cy="342187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" name="Rectangle 12"/>
                      <p:cNvSpPr/>
                      <p:nvPr/>
                    </p:nvSpPr>
                    <p:spPr>
                      <a:xfrm>
                        <a:off x="2656015" y="5059980"/>
                        <a:ext cx="535724" cy="52322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3" name="Rectangle 12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56015" y="5059980"/>
                        <a:ext cx="535724" cy="52322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Box 28"/>
                      <p:cNvSpPr txBox="1"/>
                      <p:nvPr/>
                    </p:nvSpPr>
                    <p:spPr>
                      <a:xfrm>
                        <a:off x="2674328" y="4706709"/>
                        <a:ext cx="396044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𝑛𝑜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29" name="TextBox 2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74328" y="4706709"/>
                        <a:ext cx="396044" cy="523220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r="-1692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42" name="Group 41"/>
                <p:cNvGrpSpPr/>
                <p:nvPr/>
              </p:nvGrpSpPr>
              <p:grpSpPr>
                <a:xfrm>
                  <a:off x="1708343" y="5532398"/>
                  <a:ext cx="1476164" cy="624824"/>
                  <a:chOff x="1708343" y="5532398"/>
                  <a:chExt cx="1476164" cy="624824"/>
                </a:xfrm>
              </p:grpSpPr>
              <p:sp>
                <p:nvSpPr>
                  <p:cNvPr id="36" name="Oval 35"/>
                  <p:cNvSpPr/>
                  <p:nvPr/>
                </p:nvSpPr>
                <p:spPr>
                  <a:xfrm>
                    <a:off x="1825133" y="5532398"/>
                    <a:ext cx="1236475" cy="624824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7" name="TextBox 36"/>
                      <p:cNvSpPr txBox="1"/>
                      <p:nvPr/>
                    </p:nvSpPr>
                    <p:spPr>
                      <a:xfrm>
                        <a:off x="1708343" y="5583200"/>
                        <a:ext cx="1476164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37" name="TextBox 3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08343" y="5583200"/>
                        <a:ext cx="1476164" cy="523220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45" name="Group 44"/>
              <p:cNvGrpSpPr/>
              <p:nvPr/>
            </p:nvGrpSpPr>
            <p:grpSpPr>
              <a:xfrm flipH="1">
                <a:off x="4439816" y="4711127"/>
                <a:ext cx="1842713" cy="1446095"/>
                <a:chOff x="1708343" y="4711127"/>
                <a:chExt cx="1842713" cy="1446095"/>
              </a:xfrm>
            </p:grpSpPr>
            <p:grpSp>
              <p:nvGrpSpPr>
                <p:cNvPr id="46" name="Group 45"/>
                <p:cNvGrpSpPr/>
                <p:nvPr/>
              </p:nvGrpSpPr>
              <p:grpSpPr>
                <a:xfrm>
                  <a:off x="2548641" y="4711127"/>
                  <a:ext cx="1002415" cy="912774"/>
                  <a:chOff x="2548641" y="4711127"/>
                  <a:chExt cx="1002415" cy="912774"/>
                </a:xfrm>
              </p:grpSpPr>
              <p:cxnSp>
                <p:nvCxnSpPr>
                  <p:cNvPr id="50" name="Straight Connector 49"/>
                  <p:cNvCxnSpPr>
                    <a:stCxn id="49" idx="7"/>
                  </p:cNvCxnSpPr>
                  <p:nvPr/>
                </p:nvCxnSpPr>
                <p:spPr>
                  <a:xfrm flipV="1">
                    <a:off x="2880530" y="5281714"/>
                    <a:ext cx="670526" cy="342187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1" name="Rectangle 50"/>
                      <p:cNvSpPr/>
                      <p:nvPr/>
                    </p:nvSpPr>
                    <p:spPr>
                      <a:xfrm>
                        <a:off x="2652415" y="5022268"/>
                        <a:ext cx="535724" cy="52322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51" name="Rectangle 50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52415" y="5022268"/>
                        <a:ext cx="535724" cy="523220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2" name="TextBox 51"/>
                      <p:cNvSpPr txBox="1"/>
                      <p:nvPr/>
                    </p:nvSpPr>
                    <p:spPr>
                      <a:xfrm>
                        <a:off x="2548641" y="4711127"/>
                        <a:ext cx="757846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𝑦𝑒𝑠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52" name="TextBox 51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548641" y="4711127"/>
                        <a:ext cx="757846" cy="523220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47" name="Group 46"/>
                <p:cNvGrpSpPr/>
                <p:nvPr/>
              </p:nvGrpSpPr>
              <p:grpSpPr>
                <a:xfrm>
                  <a:off x="1708343" y="5532398"/>
                  <a:ext cx="1476164" cy="624824"/>
                  <a:chOff x="1708343" y="5532398"/>
                  <a:chExt cx="1476164" cy="624824"/>
                </a:xfrm>
              </p:grpSpPr>
              <p:sp>
                <p:nvSpPr>
                  <p:cNvPr id="49" name="Oval 48"/>
                  <p:cNvSpPr/>
                  <p:nvPr/>
                </p:nvSpPr>
                <p:spPr>
                  <a:xfrm>
                    <a:off x="1825133" y="5532398"/>
                    <a:ext cx="1236475" cy="624824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8" name="TextBox 47"/>
                      <p:cNvSpPr txBox="1"/>
                      <p:nvPr/>
                    </p:nvSpPr>
                    <p:spPr>
                      <a:xfrm>
                        <a:off x="1708343" y="5583200"/>
                        <a:ext cx="1476164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48" name="TextBox 47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08343" y="5583200"/>
                        <a:ext cx="1476164" cy="52322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54" name="Straight Connector 53"/>
              <p:cNvCxnSpPr>
                <a:stCxn id="36" idx="3"/>
              </p:cNvCxnSpPr>
              <p:nvPr/>
            </p:nvCxnSpPr>
            <p:spPr>
              <a:xfrm flipH="1">
                <a:off x="1702234" y="6065719"/>
                <a:ext cx="303977" cy="142305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flipH="1">
                <a:off x="4801655" y="6071013"/>
                <a:ext cx="303977" cy="142305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2911816" y="6065719"/>
                <a:ext cx="303977" cy="142305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6011237" y="6078204"/>
                <a:ext cx="303977" cy="142305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TextBox 60"/>
            <p:cNvSpPr txBox="1"/>
            <p:nvPr/>
          </p:nvSpPr>
          <p:spPr>
            <a:xfrm>
              <a:off x="6384032" y="4685370"/>
              <a:ext cx="4842538" cy="1091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800" dirty="0"/>
                <a:t>Comparison sorting is modeled by a full binary </a:t>
              </a:r>
              <a:r>
                <a:rPr lang="en-US" sz="2800" b="1" i="1" dirty="0"/>
                <a:t>decision tree</a:t>
              </a:r>
              <a:r>
                <a:rPr lang="en-US" sz="28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862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1455029"/>
                <a:ext cx="10261140" cy="3990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Every leaf of a decision tree is a permutation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Execution of sorting algorithm on given input corresponds to a root-to-leaf path yielding the sorted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&lt;⋯&lt;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Because correct algorithm must be able to produce any permutation of the input, each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2800" dirty="0"/>
                  <a:t> permutations must present at distinct leaf.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Consequently, the decision tree must have at least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2800" dirty="0"/>
                  <a:t> leaves.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455029"/>
                <a:ext cx="10261140" cy="3990195"/>
              </a:xfrm>
              <a:prstGeom prst="rect">
                <a:avLst/>
              </a:prstGeom>
              <a:blipFill>
                <a:blip r:embed="rId3"/>
                <a:stretch>
                  <a:fillRect l="-1188" r="-1188" b="-2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6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1008407"/>
                <a:ext cx="10261140" cy="4832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Theorem</a:t>
                </a:r>
                <a:r>
                  <a:rPr lang="en-US" sz="2800" dirty="0"/>
                  <a:t>: (M. Ben-Or) Any comparison sorting algorithm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l-G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 comparisons in the worst case.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: 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dirty="0"/>
                  <a:t> be the height of the decision tree (longest root-to-leaf path) having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800" dirty="0"/>
                  <a:t> leaves. The tree is full binary hence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Any of the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2800" dirty="0"/>
                  <a:t> permutations must present at distinct leaf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!≤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!≤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2800" dirty="0"/>
                  <a:t>,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func>
                      </m:e>
                    </m:nary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&gt;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f>
                          <m:fPr>
                            <m:type m:val="lin"/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unc>
                          <m:func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</m:e>
                    </m:nary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l-GR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008407"/>
                <a:ext cx="10261140" cy="4832861"/>
              </a:xfrm>
              <a:prstGeom prst="rect">
                <a:avLst/>
              </a:prstGeom>
              <a:blipFill>
                <a:blip r:embed="rId3"/>
                <a:stretch>
                  <a:fillRect l="-1188" t="-126" r="-1188" b="-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79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277608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Merge Sort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5430" y="908720"/>
            <a:ext cx="10261140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Idea: two sorted subsequences merge into one sorted sequence.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473405"/>
              </p:ext>
            </p:extLst>
          </p:nvPr>
        </p:nvGraphicFramePr>
        <p:xfrm>
          <a:off x="4766191" y="4426237"/>
          <a:ext cx="3451705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5396">
                  <a:extLst>
                    <a:ext uri="{9D8B030D-6E8A-4147-A177-3AD203B41FA5}">
                      <a16:colId xmlns:a16="http://schemas.microsoft.com/office/drawing/2014/main" val="3465379303"/>
                    </a:ext>
                  </a:extLst>
                </a:gridCol>
                <a:gridCol w="575396">
                  <a:extLst>
                    <a:ext uri="{9D8B030D-6E8A-4147-A177-3AD203B41FA5}">
                      <a16:colId xmlns:a16="http://schemas.microsoft.com/office/drawing/2014/main" val="2342457830"/>
                    </a:ext>
                  </a:extLst>
                </a:gridCol>
                <a:gridCol w="575396">
                  <a:extLst>
                    <a:ext uri="{9D8B030D-6E8A-4147-A177-3AD203B41FA5}">
                      <a16:colId xmlns:a16="http://schemas.microsoft.com/office/drawing/2014/main" val="1746158395"/>
                    </a:ext>
                  </a:extLst>
                </a:gridCol>
                <a:gridCol w="575396">
                  <a:extLst>
                    <a:ext uri="{9D8B030D-6E8A-4147-A177-3AD203B41FA5}">
                      <a16:colId xmlns:a16="http://schemas.microsoft.com/office/drawing/2014/main" val="3748717964"/>
                    </a:ext>
                  </a:extLst>
                </a:gridCol>
                <a:gridCol w="575396">
                  <a:extLst>
                    <a:ext uri="{9D8B030D-6E8A-4147-A177-3AD203B41FA5}">
                      <a16:colId xmlns:a16="http://schemas.microsoft.com/office/drawing/2014/main" val="2738507723"/>
                    </a:ext>
                  </a:extLst>
                </a:gridCol>
                <a:gridCol w="574725">
                  <a:extLst>
                    <a:ext uri="{9D8B030D-6E8A-4147-A177-3AD203B41FA5}">
                      <a16:colId xmlns:a16="http://schemas.microsoft.com/office/drawing/2014/main" val="4244010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9841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208789"/>
              </p:ext>
            </p:extLst>
          </p:nvPr>
        </p:nvGraphicFramePr>
        <p:xfrm>
          <a:off x="4477640" y="1858355"/>
          <a:ext cx="4028808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5544">
                  <a:extLst>
                    <a:ext uri="{9D8B030D-6E8A-4147-A177-3AD203B41FA5}">
                      <a16:colId xmlns:a16="http://schemas.microsoft.com/office/drawing/2014/main" val="438264275"/>
                    </a:ext>
                  </a:extLst>
                </a:gridCol>
                <a:gridCol w="575544">
                  <a:extLst>
                    <a:ext uri="{9D8B030D-6E8A-4147-A177-3AD203B41FA5}">
                      <a16:colId xmlns:a16="http://schemas.microsoft.com/office/drawing/2014/main" val="2992624946"/>
                    </a:ext>
                  </a:extLst>
                </a:gridCol>
                <a:gridCol w="575544">
                  <a:extLst>
                    <a:ext uri="{9D8B030D-6E8A-4147-A177-3AD203B41FA5}">
                      <a16:colId xmlns:a16="http://schemas.microsoft.com/office/drawing/2014/main" val="2905815589"/>
                    </a:ext>
                  </a:extLst>
                </a:gridCol>
                <a:gridCol w="575544">
                  <a:extLst>
                    <a:ext uri="{9D8B030D-6E8A-4147-A177-3AD203B41FA5}">
                      <a16:colId xmlns:a16="http://schemas.microsoft.com/office/drawing/2014/main" val="328683181"/>
                    </a:ext>
                  </a:extLst>
                </a:gridCol>
                <a:gridCol w="575544">
                  <a:extLst>
                    <a:ext uri="{9D8B030D-6E8A-4147-A177-3AD203B41FA5}">
                      <a16:colId xmlns:a16="http://schemas.microsoft.com/office/drawing/2014/main" val="306724146"/>
                    </a:ext>
                  </a:extLst>
                </a:gridCol>
                <a:gridCol w="575544">
                  <a:extLst>
                    <a:ext uri="{9D8B030D-6E8A-4147-A177-3AD203B41FA5}">
                      <a16:colId xmlns:a16="http://schemas.microsoft.com/office/drawing/2014/main" val="948743968"/>
                    </a:ext>
                  </a:extLst>
                </a:gridCol>
                <a:gridCol w="575544">
                  <a:extLst>
                    <a:ext uri="{9D8B030D-6E8A-4147-A177-3AD203B41FA5}">
                      <a16:colId xmlns:a16="http://schemas.microsoft.com/office/drawing/2014/main" val="15876066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00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0000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00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0000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0000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0000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8349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408256"/>
              </p:ext>
            </p:extLst>
          </p:nvPr>
        </p:nvGraphicFramePr>
        <p:xfrm>
          <a:off x="3035660" y="3142372"/>
          <a:ext cx="7488832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801">
                  <a:extLst>
                    <a:ext uri="{9D8B030D-6E8A-4147-A177-3AD203B41FA5}">
                      <a16:colId xmlns:a16="http://schemas.microsoft.com/office/drawing/2014/main" val="438264275"/>
                    </a:ext>
                  </a:extLst>
                </a:gridCol>
                <a:gridCol w="576476">
                  <a:extLst>
                    <a:ext uri="{9D8B030D-6E8A-4147-A177-3AD203B41FA5}">
                      <a16:colId xmlns:a16="http://schemas.microsoft.com/office/drawing/2014/main" val="2992624946"/>
                    </a:ext>
                  </a:extLst>
                </a:gridCol>
                <a:gridCol w="576476">
                  <a:extLst>
                    <a:ext uri="{9D8B030D-6E8A-4147-A177-3AD203B41FA5}">
                      <a16:colId xmlns:a16="http://schemas.microsoft.com/office/drawing/2014/main" val="3954590368"/>
                    </a:ext>
                  </a:extLst>
                </a:gridCol>
                <a:gridCol w="576476">
                  <a:extLst>
                    <a:ext uri="{9D8B030D-6E8A-4147-A177-3AD203B41FA5}">
                      <a16:colId xmlns:a16="http://schemas.microsoft.com/office/drawing/2014/main" val="2905815589"/>
                    </a:ext>
                  </a:extLst>
                </a:gridCol>
                <a:gridCol w="584295">
                  <a:extLst>
                    <a:ext uri="{9D8B030D-6E8A-4147-A177-3AD203B41FA5}">
                      <a16:colId xmlns:a16="http://schemas.microsoft.com/office/drawing/2014/main" val="4147369238"/>
                    </a:ext>
                  </a:extLst>
                </a:gridCol>
                <a:gridCol w="568658">
                  <a:extLst>
                    <a:ext uri="{9D8B030D-6E8A-4147-A177-3AD203B41FA5}">
                      <a16:colId xmlns:a16="http://schemas.microsoft.com/office/drawing/2014/main" val="328683181"/>
                    </a:ext>
                  </a:extLst>
                </a:gridCol>
                <a:gridCol w="581152">
                  <a:extLst>
                    <a:ext uri="{9D8B030D-6E8A-4147-A177-3AD203B41FA5}">
                      <a16:colId xmlns:a16="http://schemas.microsoft.com/office/drawing/2014/main" val="4246442639"/>
                    </a:ext>
                  </a:extLst>
                </a:gridCol>
                <a:gridCol w="565445">
                  <a:extLst>
                    <a:ext uri="{9D8B030D-6E8A-4147-A177-3AD203B41FA5}">
                      <a16:colId xmlns:a16="http://schemas.microsoft.com/office/drawing/2014/main" val="306724146"/>
                    </a:ext>
                  </a:extLst>
                </a:gridCol>
                <a:gridCol w="587507">
                  <a:extLst>
                    <a:ext uri="{9D8B030D-6E8A-4147-A177-3AD203B41FA5}">
                      <a16:colId xmlns:a16="http://schemas.microsoft.com/office/drawing/2014/main" val="1603324916"/>
                    </a:ext>
                  </a:extLst>
                </a:gridCol>
                <a:gridCol w="572354">
                  <a:extLst>
                    <a:ext uri="{9D8B030D-6E8A-4147-A177-3AD203B41FA5}">
                      <a16:colId xmlns:a16="http://schemas.microsoft.com/office/drawing/2014/main" val="94874396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4117632365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58760664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720033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6834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095565" y="1853123"/>
                <a:ext cx="12601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8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  <m:r>
                            <a:rPr lang="en-US" sz="28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65" y="1853123"/>
                <a:ext cx="126014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789377" y="4421017"/>
                <a:ext cx="197447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+1..</m:t>
                          </m:r>
                          <m: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377" y="4421017"/>
                <a:ext cx="197447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703511" y="3162486"/>
                <a:ext cx="12601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..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1" y="3162486"/>
                <a:ext cx="126014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035660" y="2376515"/>
            <a:ext cx="2880320" cy="2049718"/>
            <a:chOff x="3035660" y="2376515"/>
            <a:chExt cx="2880320" cy="2049718"/>
          </a:xfrm>
        </p:grpSpPr>
        <p:sp>
          <p:nvSpPr>
            <p:cNvPr id="38" name="Parallelogram 37"/>
            <p:cNvSpPr/>
            <p:nvPr/>
          </p:nvSpPr>
          <p:spPr>
            <a:xfrm flipV="1">
              <a:off x="3611724" y="3660376"/>
              <a:ext cx="2304256" cy="765857"/>
            </a:xfrm>
            <a:prstGeom prst="parallelogram">
              <a:avLst>
                <a:gd name="adj" fmla="val 151024"/>
              </a:avLst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Parallelogram 28"/>
            <p:cNvSpPr/>
            <p:nvPr/>
          </p:nvSpPr>
          <p:spPr>
            <a:xfrm>
              <a:off x="3035660" y="2376515"/>
              <a:ext cx="2016224" cy="765857"/>
            </a:xfrm>
            <a:prstGeom prst="parallelogram">
              <a:avLst>
                <a:gd name="adj" fmla="val 189171"/>
              </a:avLst>
            </a:prstGeom>
            <a:solidFill>
              <a:srgbClr val="0000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763852" y="2376515"/>
            <a:ext cx="2306595" cy="2049718"/>
            <a:chOff x="4763852" y="2376515"/>
            <a:chExt cx="2306595" cy="2049718"/>
          </a:xfrm>
        </p:grpSpPr>
        <p:sp>
          <p:nvSpPr>
            <p:cNvPr id="39" name="Parallelogram 38"/>
            <p:cNvSpPr/>
            <p:nvPr/>
          </p:nvSpPr>
          <p:spPr>
            <a:xfrm>
              <a:off x="5915980" y="3660376"/>
              <a:ext cx="1154467" cy="765857"/>
            </a:xfrm>
            <a:prstGeom prst="parallelogram">
              <a:avLst>
                <a:gd name="adj" fmla="val 74295"/>
              </a:avLst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/>
            <p:cNvSpPr/>
            <p:nvPr/>
          </p:nvSpPr>
          <p:spPr>
            <a:xfrm>
              <a:off x="4763852" y="2376515"/>
              <a:ext cx="2016224" cy="765857"/>
            </a:xfrm>
            <a:prstGeom prst="parallelogram">
              <a:avLst>
                <a:gd name="adj" fmla="val 38625"/>
              </a:avLst>
            </a:prstGeom>
            <a:solidFill>
              <a:srgbClr val="0000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492044" y="2376244"/>
            <a:ext cx="4068452" cy="2049989"/>
            <a:chOff x="6492044" y="2376244"/>
            <a:chExt cx="4068452" cy="2049989"/>
          </a:xfrm>
        </p:grpSpPr>
        <p:sp>
          <p:nvSpPr>
            <p:cNvPr id="40" name="Parallelogram 39"/>
            <p:cNvSpPr/>
            <p:nvPr/>
          </p:nvSpPr>
          <p:spPr>
            <a:xfrm>
              <a:off x="6492044" y="3660376"/>
              <a:ext cx="3456383" cy="765857"/>
            </a:xfrm>
            <a:prstGeom prst="parallelogram">
              <a:avLst>
                <a:gd name="adj" fmla="val 225397"/>
              </a:avLst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Parallelogram 33"/>
            <p:cNvSpPr/>
            <p:nvPr/>
          </p:nvSpPr>
          <p:spPr>
            <a:xfrm flipV="1">
              <a:off x="6776436" y="2376513"/>
              <a:ext cx="1441460" cy="765857"/>
            </a:xfrm>
            <a:prstGeom prst="parallelogram">
              <a:avLst>
                <a:gd name="adj" fmla="val 38625"/>
              </a:avLst>
            </a:prstGeom>
            <a:solidFill>
              <a:srgbClr val="0000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Parallelogram 34"/>
            <p:cNvSpPr/>
            <p:nvPr/>
          </p:nvSpPr>
          <p:spPr>
            <a:xfrm flipV="1">
              <a:off x="7903574" y="2376244"/>
              <a:ext cx="2656922" cy="765857"/>
            </a:xfrm>
            <a:prstGeom prst="parallelogram">
              <a:avLst>
                <a:gd name="adj" fmla="val 269456"/>
              </a:avLst>
            </a:prstGeom>
            <a:solidFill>
              <a:srgbClr val="0000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962803" y="5157192"/>
                <a:ext cx="10261140" cy="1126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+1..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are contiguous, merged into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 time. </a:t>
                </a:r>
                <a:r>
                  <a:rPr lang="en-US" sz="2800" dirty="0"/>
                  <a:t>See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MERGE</m:t>
                    </m:r>
                    <m:d>
                      <m:d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 code in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CLRS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 2.3.1</m:t>
                    </m:r>
                  </m:oMath>
                </a14:m>
                <a:r>
                  <a:rPr lang="en-US" sz="2800" dirty="0"/>
                  <a:t>.</a:t>
                </a:r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803" y="5157192"/>
                <a:ext cx="10261140" cy="1126462"/>
              </a:xfrm>
              <a:prstGeom prst="rect">
                <a:avLst/>
              </a:prstGeom>
              <a:blipFill>
                <a:blip r:embed="rId6"/>
                <a:stretch>
                  <a:fillRect t="-1081" b="-1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65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730953"/>
                <a:ext cx="10261140" cy="573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 smtClean="0">
                        <a:latin typeface="Cambria Math" panose="02040503050406030204" pitchFamily="18" charset="0"/>
                      </a:rPr>
                      <m:t>MERGE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 can sort by divide-and-conquer array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730953"/>
                <a:ext cx="10261140" cy="573811"/>
              </a:xfrm>
              <a:prstGeom prst="rect">
                <a:avLst/>
              </a:prstGeom>
              <a:blipFill>
                <a:blip r:embed="rId3"/>
                <a:stretch>
                  <a:fillRect t="-2128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965430" y="4438518"/>
                <a:ext cx="10261140" cy="17627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MERGE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SORT</m:t>
                    </m:r>
                  </m:oMath>
                </a14:m>
                <a:r>
                  <a:rPr lang="en-US" sz="2800" dirty="0"/>
                  <a:t> takes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l-GR" sz="28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l-G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he-IL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he-IL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  <m:brk m:alnAt="7"/>
                                </m:rPr>
                                <a:rPr lang="el-GR" sz="28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he-IL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he-IL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/>
                  <a:t>  , </a:t>
                </a:r>
                <a:endParaRPr lang="he-IL" sz="2800" dirty="0"/>
              </a:p>
              <a:p>
                <a:pPr>
                  <a:lnSpc>
                    <a:spcPct val="120000"/>
                  </a:lnSpc>
                </a:pPr>
                <a:r>
                  <a:rPr lang="en-US" sz="2800" dirty="0"/>
                  <a:t>solved by the master theorem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4438518"/>
                <a:ext cx="10261140" cy="1762790"/>
              </a:xfrm>
              <a:prstGeom prst="rect">
                <a:avLst/>
              </a:prstGeom>
              <a:blipFill>
                <a:blip r:embed="rId4"/>
                <a:stretch>
                  <a:fillRect l="-1188" b="-6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631504" y="1664804"/>
            <a:ext cx="8928992" cy="2772308"/>
            <a:chOff x="1667508" y="1808820"/>
            <a:chExt cx="8928992" cy="2772308"/>
          </a:xfrm>
        </p:grpSpPr>
        <p:grpSp>
          <p:nvGrpSpPr>
            <p:cNvPr id="9" name="Group 8"/>
            <p:cNvGrpSpPr/>
            <p:nvPr/>
          </p:nvGrpSpPr>
          <p:grpSpPr>
            <a:xfrm>
              <a:off x="1703511" y="1808820"/>
              <a:ext cx="8784977" cy="2656361"/>
              <a:chOff x="1091443" y="2055636"/>
              <a:chExt cx="8784977" cy="2656361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1443" y="2168860"/>
                <a:ext cx="4975613" cy="252248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763852" y="2988852"/>
                    <a:ext cx="3168352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divide takes 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280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l-GR" sz="280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a14:m>
                    <a:endParaRPr lang="en-US" sz="2800" dirty="0">
                      <a:solidFill>
                        <a:srgbClr val="009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63852" y="2988852"/>
                    <a:ext cx="3168352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038" t="-11628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4403812" y="2055636"/>
                    <a:ext cx="3168352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takes </a:t>
                    </a:r>
                    <a14:m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l-GR" sz="280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a14:m>
                    <a:endParaRPr lang="en-US" sz="2800" dirty="0">
                      <a:solidFill>
                        <a:srgbClr val="009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03812" y="2055636"/>
                    <a:ext cx="3168352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038" t="-11628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5555940" y="3373488"/>
                    <a:ext cx="378042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conquer takes </a:t>
                    </a:r>
                    <a14:m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l-GR" sz="280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l-GR" sz="280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a14:m>
                    <a:endParaRPr lang="en-US" sz="2800" dirty="0">
                      <a:solidFill>
                        <a:srgbClr val="009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55940" y="3373488"/>
                    <a:ext cx="3780420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87" t="-11628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6096000" y="3770804"/>
                    <a:ext cx="378042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conquer takes </a:t>
                    </a:r>
                    <a14:m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l-GR" sz="280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l-GR" sz="280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a14:m>
                    <a:endParaRPr lang="en-US" sz="2800" dirty="0">
                      <a:solidFill>
                        <a:srgbClr val="009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3770804"/>
                    <a:ext cx="3780420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221" t="-10465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4943872" y="4188777"/>
                    <a:ext cx="3528392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combine takes 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280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l-GR" sz="280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a14:m>
                    <a:endParaRPr lang="en-US" sz="2800" dirty="0">
                      <a:solidFill>
                        <a:srgbClr val="009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3872" y="4188777"/>
                    <a:ext cx="3528392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633" t="-11765" b="-341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Rectangle 14"/>
            <p:cNvSpPr/>
            <p:nvPr/>
          </p:nvSpPr>
          <p:spPr>
            <a:xfrm>
              <a:off x="1667508" y="1880828"/>
              <a:ext cx="8928992" cy="2700300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581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478413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Linear Time Sorting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 dirty="0"/>
              <a:t>April 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1581001"/>
                <a:ext cx="10261140" cy="2355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Comparison sorting did not assume anything on items. With some knowledge, e.g. integer numbers, linear-time sorting possible.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Counting sort 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CLRS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 8.2</m:t>
                    </m:r>
                  </m:oMath>
                </a14:m>
                <a:r>
                  <a:rPr lang="en-US" sz="2800" dirty="0"/>
                  <a:t>) assumes that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input elements are integers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0..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800" dirty="0"/>
                  <a:t>. It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800" dirty="0"/>
                  <a:t> runtime.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581001"/>
                <a:ext cx="10261140" cy="2355838"/>
              </a:xfrm>
              <a:prstGeom prst="rect">
                <a:avLst/>
              </a:prstGeom>
              <a:blipFill>
                <a:blip r:embed="rId3"/>
                <a:stretch>
                  <a:fillRect l="-1188" t="-258" r="-1188" b="-646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72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41EB7-2609-E329-31F3-3EBA7C79B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81995-8319-FF13-D01A-B53C70ABC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60559-780C-7934-4FFE-6A6FC89A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9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B2B0EB8-4AE2-0357-1854-D88866A46B19}"/>
              </a:ext>
            </a:extLst>
          </p:cNvPr>
          <p:cNvGrpSpPr/>
          <p:nvPr/>
        </p:nvGrpSpPr>
        <p:grpSpPr>
          <a:xfrm>
            <a:off x="2510905" y="990486"/>
            <a:ext cx="7141858" cy="2247444"/>
            <a:chOff x="970366" y="3284984"/>
            <a:chExt cx="7141858" cy="224744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FEDACEB-9C35-3484-586D-805682EAF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98658" y="3284984"/>
              <a:ext cx="4513566" cy="2247444"/>
            </a:xfrm>
            <a:prstGeom prst="rect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444DF36-9985-9756-F3D1-AED75D0BB382}"/>
                    </a:ext>
                  </a:extLst>
                </p:cNvPr>
                <p:cNvSpPr txBox="1"/>
                <p:nvPr/>
              </p:nvSpPr>
              <p:spPr>
                <a:xfrm>
                  <a:off x="970367" y="3645024"/>
                  <a:ext cx="194421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Input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1..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en-IL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444DF36-9985-9756-F3D1-AED75D0BB3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367" y="3645024"/>
                  <a:ext cx="1944216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627" t="-11765" b="-34118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4D4A717-5184-6FBD-591B-0028BB70C2BA}"/>
                    </a:ext>
                  </a:extLst>
                </p:cNvPr>
                <p:cNvSpPr txBox="1"/>
                <p:nvPr/>
              </p:nvSpPr>
              <p:spPr>
                <a:xfrm>
                  <a:off x="970366" y="4869160"/>
                  <a:ext cx="261103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Temporary </a:t>
                  </a:r>
                  <a14:m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..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endParaRPr lang="en-IL" sz="28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4D4A717-5184-6FBD-591B-0028BB70C2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366" y="4869160"/>
                  <a:ext cx="2611034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2570" t="-10465" b="-32558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82F037F-E903-B34E-6576-56627AF46645}"/>
              </a:ext>
            </a:extLst>
          </p:cNvPr>
          <p:cNvGrpSpPr/>
          <p:nvPr/>
        </p:nvGrpSpPr>
        <p:grpSpPr>
          <a:xfrm>
            <a:off x="2111413" y="3620070"/>
            <a:ext cx="7569682" cy="2247444"/>
            <a:chOff x="2111413" y="3620070"/>
            <a:chExt cx="7569682" cy="224744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698CE0A-0A7B-5058-3251-4945CAF1A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22326" y="3620070"/>
              <a:ext cx="4558769" cy="224744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8493099-0924-0D0C-FD1D-EDA45B5EFE0F}"/>
                    </a:ext>
                  </a:extLst>
                </p:cNvPr>
                <p:cNvSpPr txBox="1"/>
                <p:nvPr/>
              </p:nvSpPr>
              <p:spPr>
                <a:xfrm>
                  <a:off x="2111413" y="4051294"/>
                  <a:ext cx="2743201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en-US" sz="2800" dirty="0"/>
                    <a:t>Count how many timers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a14:m>
                  <a:r>
                    <a:rPr lang="en-US" sz="2800" dirty="0"/>
                    <a:t> appears in input.</a:t>
                  </a:r>
                  <a:endParaRPr lang="en-IL" sz="28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8493099-0924-0D0C-FD1D-EDA45B5EFE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1413" y="4051294"/>
                  <a:ext cx="2743201" cy="1384995"/>
                </a:xfrm>
                <a:prstGeom prst="rect">
                  <a:avLst/>
                </a:prstGeom>
                <a:blipFill>
                  <a:blip r:embed="rId6"/>
                  <a:stretch>
                    <a:fillRect l="-4444" t="-4405" r="-4667" b="-11894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D50465C-22DA-106D-EE6A-7803A3AD433C}"/>
              </a:ext>
            </a:extLst>
          </p:cNvPr>
          <p:cNvGrpSpPr/>
          <p:nvPr/>
        </p:nvGrpSpPr>
        <p:grpSpPr>
          <a:xfrm>
            <a:off x="5591944" y="1350526"/>
            <a:ext cx="3456384" cy="1780708"/>
            <a:chOff x="5644582" y="1350526"/>
            <a:chExt cx="3456384" cy="1780708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188FE7B-C693-E95D-0265-B84B3EB27AD5}"/>
                </a:ext>
              </a:extLst>
            </p:cNvPr>
            <p:cNvSpPr/>
            <p:nvPr/>
          </p:nvSpPr>
          <p:spPr>
            <a:xfrm>
              <a:off x="7084742" y="1376772"/>
              <a:ext cx="576064" cy="576064"/>
            </a:xfrm>
            <a:prstGeom prst="rect">
              <a:avLst/>
            </a:prstGeom>
            <a:solidFill>
              <a:srgbClr val="0000F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AC4C37C-C051-6B7F-EF35-087EB8E36357}"/>
                </a:ext>
              </a:extLst>
            </p:cNvPr>
            <p:cNvSpPr/>
            <p:nvPr/>
          </p:nvSpPr>
          <p:spPr>
            <a:xfrm>
              <a:off x="8524902" y="1350526"/>
              <a:ext cx="576064" cy="576064"/>
            </a:xfrm>
            <a:prstGeom prst="rect">
              <a:avLst/>
            </a:prstGeom>
            <a:solidFill>
              <a:srgbClr val="0000F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AF4BF8B-DB72-DA40-35EC-56010C4339DD}"/>
                </a:ext>
              </a:extLst>
            </p:cNvPr>
            <p:cNvSpPr/>
            <p:nvPr/>
          </p:nvSpPr>
          <p:spPr>
            <a:xfrm>
              <a:off x="5644582" y="2186535"/>
              <a:ext cx="576064" cy="944699"/>
            </a:xfrm>
            <a:prstGeom prst="rect">
              <a:avLst/>
            </a:prstGeom>
            <a:solidFill>
              <a:srgbClr val="0000F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EFBBA07-ED8D-9F17-9B41-14B6CC3E3B60}"/>
              </a:ext>
            </a:extLst>
          </p:cNvPr>
          <p:cNvGrpSpPr/>
          <p:nvPr/>
        </p:nvGrpSpPr>
        <p:grpSpPr>
          <a:xfrm>
            <a:off x="6544891" y="1350526"/>
            <a:ext cx="2971489" cy="1780708"/>
            <a:chOff x="6544891" y="1350526"/>
            <a:chExt cx="2971489" cy="178070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6C85DD1-E197-B544-E821-45CBABD5F39D}"/>
                </a:ext>
              </a:extLst>
            </p:cNvPr>
            <p:cNvSpPr/>
            <p:nvPr/>
          </p:nvSpPr>
          <p:spPr>
            <a:xfrm>
              <a:off x="7976920" y="1350526"/>
              <a:ext cx="576064" cy="576064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A762007-7174-6244-2DE7-8DDF0786ED2D}"/>
                </a:ext>
              </a:extLst>
            </p:cNvPr>
            <p:cNvSpPr/>
            <p:nvPr/>
          </p:nvSpPr>
          <p:spPr>
            <a:xfrm>
              <a:off x="8940316" y="1350526"/>
              <a:ext cx="576064" cy="576064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DE3A2A7-E469-6F70-D986-106215C181EB}"/>
                </a:ext>
              </a:extLst>
            </p:cNvPr>
            <p:cNvSpPr/>
            <p:nvPr/>
          </p:nvSpPr>
          <p:spPr>
            <a:xfrm>
              <a:off x="7032104" y="2186535"/>
              <a:ext cx="576064" cy="944699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867D123-63F2-1E6C-B358-1F1AF0B95C46}"/>
                </a:ext>
              </a:extLst>
            </p:cNvPr>
            <p:cNvSpPr/>
            <p:nvPr/>
          </p:nvSpPr>
          <p:spPr>
            <a:xfrm>
              <a:off x="6544891" y="1376772"/>
              <a:ext cx="576064" cy="576064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3085D37-D1CD-A038-8A28-0784BC51126B}"/>
              </a:ext>
            </a:extLst>
          </p:cNvPr>
          <p:cNvGrpSpPr/>
          <p:nvPr/>
        </p:nvGrpSpPr>
        <p:grpSpPr>
          <a:xfrm>
            <a:off x="6044437" y="1376772"/>
            <a:ext cx="2508547" cy="1754461"/>
            <a:chOff x="6044437" y="1376772"/>
            <a:chExt cx="2508547" cy="1754461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EE960FF-9AB5-4113-5D42-7F2910A9F384}"/>
                </a:ext>
              </a:extLst>
            </p:cNvPr>
            <p:cNvSpPr/>
            <p:nvPr/>
          </p:nvSpPr>
          <p:spPr>
            <a:xfrm>
              <a:off x="7976920" y="2186534"/>
              <a:ext cx="576064" cy="944699"/>
            </a:xfrm>
            <a:prstGeom prst="rect">
              <a:avLst/>
            </a:prstGeom>
            <a:solidFill>
              <a:srgbClr val="0099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7974293-7629-4CD2-1DB9-7AAAA091C7F2}"/>
                </a:ext>
              </a:extLst>
            </p:cNvPr>
            <p:cNvSpPr/>
            <p:nvPr/>
          </p:nvSpPr>
          <p:spPr>
            <a:xfrm>
              <a:off x="6044437" y="1376772"/>
              <a:ext cx="576064" cy="576064"/>
            </a:xfrm>
            <a:prstGeom prst="rect">
              <a:avLst/>
            </a:prstGeom>
            <a:solidFill>
              <a:srgbClr val="0099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56277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9EEB3-B744-1076-5B75-2A1051AF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3D12D6-CDD1-BA26-80B5-DABD9B4E0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A43AA0-821D-59C9-2C0C-C708E5292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4A4FA-1ABA-57FD-EDE4-0A252FEB0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10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74FA83-5C3C-3231-75F1-C7BA1E8D0D20}"/>
              </a:ext>
            </a:extLst>
          </p:cNvPr>
          <p:cNvGrpSpPr/>
          <p:nvPr/>
        </p:nvGrpSpPr>
        <p:grpSpPr>
          <a:xfrm>
            <a:off x="2587201" y="3356992"/>
            <a:ext cx="7037191" cy="2443399"/>
            <a:chOff x="2510905" y="915577"/>
            <a:chExt cx="7037191" cy="244339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D000CA0-53D6-51EA-EE52-954480B6C790}"/>
                </a:ext>
              </a:extLst>
            </p:cNvPr>
            <p:cNvGrpSpPr/>
            <p:nvPr/>
          </p:nvGrpSpPr>
          <p:grpSpPr>
            <a:xfrm>
              <a:off x="2510905" y="1177202"/>
              <a:ext cx="2611034" cy="1920680"/>
              <a:chOff x="970366" y="3471700"/>
              <a:chExt cx="2611034" cy="192068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59A67B8-4172-C910-16CF-D9D1DE1B29A3}"/>
                      </a:ext>
                    </a:extLst>
                  </p:cNvPr>
                  <p:cNvSpPr txBox="1"/>
                  <p:nvPr/>
                </p:nvSpPr>
                <p:spPr>
                  <a:xfrm>
                    <a:off x="970366" y="3471700"/>
                    <a:ext cx="194421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/>
                      <a:t>Input </a:t>
                    </a:r>
                    <a14:m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  <a:endParaRPr lang="en-IL" sz="2800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59A67B8-4172-C910-16CF-D9D1DE1B29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0366" y="3471700"/>
                    <a:ext cx="1944216" cy="52322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313" t="-11765" b="-34118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38B946DF-5419-C961-24DC-0B1B0359E5A1}"/>
                      </a:ext>
                    </a:extLst>
                  </p:cNvPr>
                  <p:cNvSpPr txBox="1"/>
                  <p:nvPr/>
                </p:nvSpPr>
                <p:spPr>
                  <a:xfrm>
                    <a:off x="970366" y="4869160"/>
                    <a:ext cx="261103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/>
                      <a:t>Temporary </a:t>
                    </a:r>
                    <a14:m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  <a:endParaRPr lang="en-IL" sz="2800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38B946DF-5419-C961-24DC-0B1B0359E5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0366" y="4869160"/>
                    <a:ext cx="2611034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331" t="-11628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4054C3A-AE5A-6E46-5015-F712FD1BF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03676" y="2312505"/>
              <a:ext cx="3506924" cy="1046471"/>
            </a:xfrm>
            <a:prstGeom prst="rect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E479D19-89F8-B57B-24CF-741A4F597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03676" y="915577"/>
              <a:ext cx="4444420" cy="1046470"/>
            </a:xfrm>
            <a:prstGeom prst="rect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6BCA6B-5346-1228-573D-E5D40C878601}"/>
              </a:ext>
            </a:extLst>
          </p:cNvPr>
          <p:cNvGrpSpPr/>
          <p:nvPr/>
        </p:nvGrpSpPr>
        <p:grpSpPr>
          <a:xfrm>
            <a:off x="2062395" y="1107901"/>
            <a:ext cx="8066053" cy="1384995"/>
            <a:chOff x="1667508" y="4051294"/>
            <a:chExt cx="8066053" cy="13849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54D7C30-CD75-E8B0-8683-5ABFB744A36F}"/>
                    </a:ext>
                  </a:extLst>
                </p:cNvPr>
                <p:cNvSpPr txBox="1"/>
                <p:nvPr/>
              </p:nvSpPr>
              <p:spPr>
                <a:xfrm>
                  <a:off x="1667508" y="4051294"/>
                  <a:ext cx="3187106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en-US" sz="2800" dirty="0"/>
                    <a:t>Count the number of elements less or equal to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a14:m>
                  <a:r>
                    <a:rPr lang="en-US" sz="2800" dirty="0"/>
                    <a:t>.</a:t>
                  </a:r>
                  <a:endParaRPr lang="en-IL" sz="28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54D7C30-CD75-E8B0-8683-5ABFB744A3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508" y="4051294"/>
                  <a:ext cx="3187106" cy="1384995"/>
                </a:xfrm>
                <a:prstGeom prst="rect">
                  <a:avLst/>
                </a:prstGeom>
                <a:blipFill>
                  <a:blip r:embed="rId6"/>
                  <a:stretch>
                    <a:fillRect l="-3824" t="-4405" r="-4015" b="-11894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8E63727-2D35-50F2-33A8-4926D9ED8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87479" y="4268157"/>
              <a:ext cx="4646082" cy="962919"/>
            </a:xfrm>
            <a:prstGeom prst="rect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07990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02F65D-FE7B-4381-BA44-9230A8617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D6E79-10D7-8F8D-BB55-ABF836CB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37805-A7DE-8973-9497-8AAA9170C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11</a:t>
            </a:fld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4E5B89A-D64E-ECF9-2F7C-518FD8DA233C}"/>
              </a:ext>
            </a:extLst>
          </p:cNvPr>
          <p:cNvGrpSpPr/>
          <p:nvPr/>
        </p:nvGrpSpPr>
        <p:grpSpPr>
          <a:xfrm>
            <a:off x="1415480" y="332656"/>
            <a:ext cx="8423546" cy="1623265"/>
            <a:chOff x="1415480" y="332656"/>
            <a:chExt cx="8423546" cy="162326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5FE07C9-86EC-7BB8-6830-E728B08E7E40}"/>
                </a:ext>
              </a:extLst>
            </p:cNvPr>
            <p:cNvGrpSpPr/>
            <p:nvPr/>
          </p:nvGrpSpPr>
          <p:grpSpPr>
            <a:xfrm>
              <a:off x="6332102" y="332656"/>
              <a:ext cx="3506924" cy="1586531"/>
              <a:chOff x="5103676" y="46608"/>
              <a:chExt cx="3506924" cy="15865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C54113DD-76FC-8D87-949C-DE7C78E57C2D}"/>
                      </a:ext>
                    </a:extLst>
                  </p:cNvPr>
                  <p:cNvSpPr txBox="1"/>
                  <p:nvPr/>
                </p:nvSpPr>
                <p:spPr>
                  <a:xfrm>
                    <a:off x="5551621" y="46608"/>
                    <a:ext cx="261103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/>
                      <a:t>Temporary </a:t>
                    </a:r>
                    <a14:m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  <a:endParaRPr lang="en-IL" sz="2800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C54113DD-76FC-8D87-949C-DE7C78E57C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51621" y="46608"/>
                    <a:ext cx="2611034" cy="52322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331" t="-11765" b="-34118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578911C-EBD7-427B-D601-BAC24C44E1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03676" y="586668"/>
                <a:ext cx="3506924" cy="1046471"/>
              </a:xfrm>
              <a:prstGeom prst="rect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697DFF9-8B29-6C68-3444-D3CBF9518A4C}"/>
                </a:ext>
              </a:extLst>
            </p:cNvPr>
            <p:cNvGrpSpPr/>
            <p:nvPr/>
          </p:nvGrpSpPr>
          <p:grpSpPr>
            <a:xfrm>
              <a:off x="1415480" y="386231"/>
              <a:ext cx="4444420" cy="1569690"/>
              <a:chOff x="5103676" y="392357"/>
              <a:chExt cx="4444420" cy="15696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2A5DF25-C389-A18A-5B16-F196919F031D}"/>
                      </a:ext>
                    </a:extLst>
                  </p:cNvPr>
                  <p:cNvSpPr txBox="1"/>
                  <p:nvPr/>
                </p:nvSpPr>
                <p:spPr>
                  <a:xfrm>
                    <a:off x="6353778" y="392357"/>
                    <a:ext cx="194421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/>
                      <a:t>Input </a:t>
                    </a:r>
                    <a14:m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  <a:endParaRPr lang="en-IL" sz="2800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2A5DF25-C389-A18A-5B16-F196919F03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3778" y="392357"/>
                    <a:ext cx="1944216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13" t="-10465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ED340FF-4480-16CC-259D-CB48DA5954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03676" y="915577"/>
                <a:ext cx="4444420" cy="1046470"/>
              </a:xfrm>
              <a:prstGeom prst="rect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</p:pic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5A5B333-8B8D-22FB-2D6E-B6CD8AD3075C}"/>
              </a:ext>
            </a:extLst>
          </p:cNvPr>
          <p:cNvGrpSpPr/>
          <p:nvPr/>
        </p:nvGrpSpPr>
        <p:grpSpPr>
          <a:xfrm>
            <a:off x="1415480" y="1263976"/>
            <a:ext cx="8423545" cy="2201028"/>
            <a:chOff x="1415480" y="1371988"/>
            <a:chExt cx="8423545" cy="220102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578DF71-A93C-6133-6D45-729117A8FE3B}"/>
                </a:ext>
              </a:extLst>
            </p:cNvPr>
            <p:cNvGrpSpPr/>
            <p:nvPr/>
          </p:nvGrpSpPr>
          <p:grpSpPr>
            <a:xfrm>
              <a:off x="1415480" y="1997005"/>
              <a:ext cx="8423545" cy="1576011"/>
              <a:chOff x="1415480" y="1997005"/>
              <a:chExt cx="8423545" cy="1576011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ED37C5D8-7185-0961-212B-638EC11DCA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32100" y="2528900"/>
                <a:ext cx="3506925" cy="1008240"/>
              </a:xfrm>
              <a:prstGeom prst="rect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651486E-E1BA-E6CE-6707-85F8FC3216CA}"/>
                  </a:ext>
                </a:extLst>
              </p:cNvPr>
              <p:cNvGrpSpPr/>
              <p:nvPr/>
            </p:nvGrpSpPr>
            <p:grpSpPr>
              <a:xfrm>
                <a:off x="1415480" y="1997005"/>
                <a:ext cx="4444420" cy="1576011"/>
                <a:chOff x="4691844" y="3262226"/>
                <a:chExt cx="4444420" cy="1576011"/>
              </a:xfrm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96E6D377-54C4-E572-453F-759064B8EF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91844" y="3785446"/>
                  <a:ext cx="4444420" cy="1052791"/>
                </a:xfrm>
                <a:prstGeom prst="rect">
                  <a:avLst/>
                </a:prstGeom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0326BD4D-5BFB-4D32-0820-A3742F87E02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86824" y="3262226"/>
                      <a:ext cx="205446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800" dirty="0"/>
                        <a:t>Output </a:t>
                      </a:r>
                      <a14:m>
                        <m:oMath xmlns:m="http://schemas.openxmlformats.org/officeDocument/2006/math"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..</m:t>
                          </m:r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a14:m>
                      <a:endParaRPr lang="en-IL" sz="2800" dirty="0"/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0326BD4D-5BFB-4D32-0820-A3742F87E02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86824" y="3262226"/>
                      <a:ext cx="2054460" cy="52322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858" t="-11628" b="-3255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3F3182B-248B-2BEB-C3DD-3804A90EBE7C}"/>
                </a:ext>
              </a:extLst>
            </p:cNvPr>
            <p:cNvGrpSpPr/>
            <p:nvPr/>
          </p:nvGrpSpPr>
          <p:grpSpPr>
            <a:xfrm>
              <a:off x="4722668" y="1371988"/>
              <a:ext cx="4006796" cy="2143035"/>
              <a:chOff x="4722668" y="1371988"/>
              <a:chExt cx="4006796" cy="2143035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4E8EE2C-2E2D-B56C-B546-B123A1F291B4}"/>
                  </a:ext>
                </a:extLst>
              </p:cNvPr>
              <p:cNvSpPr/>
              <p:nvPr/>
            </p:nvSpPr>
            <p:spPr>
              <a:xfrm>
                <a:off x="5195900" y="1412776"/>
                <a:ext cx="576064" cy="576064"/>
              </a:xfrm>
              <a:prstGeom prst="rect">
                <a:avLst/>
              </a:prstGeom>
              <a:solidFill>
                <a:srgbClr val="0000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106B089-8F4B-FE5E-9BF1-00009ADEA049}"/>
                  </a:ext>
                </a:extLst>
              </p:cNvPr>
              <p:cNvSpPr/>
              <p:nvPr/>
            </p:nvSpPr>
            <p:spPr>
              <a:xfrm>
                <a:off x="8153400" y="1371988"/>
                <a:ext cx="576064" cy="576064"/>
              </a:xfrm>
              <a:prstGeom prst="rect">
                <a:avLst/>
              </a:prstGeom>
              <a:solidFill>
                <a:srgbClr val="0000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9DBB47E-B74F-567D-3B99-AEE2CF22E333}"/>
                  </a:ext>
                </a:extLst>
              </p:cNvPr>
              <p:cNvSpPr/>
              <p:nvPr/>
            </p:nvSpPr>
            <p:spPr>
              <a:xfrm>
                <a:off x="4722668" y="2938959"/>
                <a:ext cx="576064" cy="576064"/>
              </a:xfrm>
              <a:prstGeom prst="rect">
                <a:avLst/>
              </a:prstGeom>
              <a:solidFill>
                <a:srgbClr val="0000F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D1468FA-D6B0-6924-D599-D0E163CCB9CF}"/>
              </a:ext>
            </a:extLst>
          </p:cNvPr>
          <p:cNvGrpSpPr/>
          <p:nvPr/>
        </p:nvGrpSpPr>
        <p:grpSpPr>
          <a:xfrm>
            <a:off x="1424761" y="1304764"/>
            <a:ext cx="8423546" cy="3492388"/>
            <a:chOff x="1415480" y="1327793"/>
            <a:chExt cx="8423546" cy="3492388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34DA504-9024-3CDB-881D-29AFFBC582E5}"/>
                </a:ext>
              </a:extLst>
            </p:cNvPr>
            <p:cNvGrpSpPr/>
            <p:nvPr/>
          </p:nvGrpSpPr>
          <p:grpSpPr>
            <a:xfrm>
              <a:off x="1415480" y="3717032"/>
              <a:ext cx="8423546" cy="1103149"/>
              <a:chOff x="1415480" y="3717032"/>
              <a:chExt cx="8423546" cy="1103149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B14E9B2C-D032-8338-54B7-3D3A8A2920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15480" y="3717032"/>
                <a:ext cx="4457864" cy="1089700"/>
              </a:xfrm>
              <a:prstGeom prst="rect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0011FC92-148C-94FB-BFEC-AEB32CBCAD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32101" y="3752856"/>
                <a:ext cx="3506925" cy="1067325"/>
              </a:xfrm>
              <a:prstGeom prst="rect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5B265EA-7C50-8195-3D6A-08185E669568}"/>
                </a:ext>
              </a:extLst>
            </p:cNvPr>
            <p:cNvGrpSpPr/>
            <p:nvPr/>
          </p:nvGrpSpPr>
          <p:grpSpPr>
            <a:xfrm>
              <a:off x="2334412" y="1327793"/>
              <a:ext cx="4940439" cy="3386038"/>
              <a:chOff x="2390797" y="396479"/>
              <a:chExt cx="4940439" cy="338603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A90876E-7007-D9EF-3673-4404CC979D9B}"/>
                  </a:ext>
                </a:extLst>
              </p:cNvPr>
              <p:cNvSpPr/>
              <p:nvPr/>
            </p:nvSpPr>
            <p:spPr>
              <a:xfrm>
                <a:off x="4751552" y="396479"/>
                <a:ext cx="576064" cy="576064"/>
              </a:xfrm>
              <a:prstGeom prst="rect">
                <a:avLst/>
              </a:prstGeom>
              <a:solidFill>
                <a:srgbClr val="FF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257DD87-8CBA-AA7C-BD67-E595F810FB7B}"/>
                  </a:ext>
                </a:extLst>
              </p:cNvPr>
              <p:cNvSpPr/>
              <p:nvPr/>
            </p:nvSpPr>
            <p:spPr>
              <a:xfrm>
                <a:off x="6755172" y="1898449"/>
                <a:ext cx="576064" cy="576064"/>
              </a:xfrm>
              <a:prstGeom prst="rect">
                <a:avLst/>
              </a:prstGeom>
              <a:solidFill>
                <a:srgbClr val="FF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882B468-6027-A662-CEAB-62CF5112641E}"/>
                  </a:ext>
                </a:extLst>
              </p:cNvPr>
              <p:cNvSpPr/>
              <p:nvPr/>
            </p:nvSpPr>
            <p:spPr>
              <a:xfrm>
                <a:off x="2390797" y="3206453"/>
                <a:ext cx="576064" cy="576064"/>
              </a:xfrm>
              <a:prstGeom prst="rect">
                <a:avLst/>
              </a:prstGeom>
              <a:solidFill>
                <a:srgbClr val="FF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FD2C33A-BFD2-ED4C-B63F-7F5E9C4B5C98}"/>
              </a:ext>
            </a:extLst>
          </p:cNvPr>
          <p:cNvGrpSpPr/>
          <p:nvPr/>
        </p:nvGrpSpPr>
        <p:grpSpPr>
          <a:xfrm>
            <a:off x="1415480" y="1304764"/>
            <a:ext cx="8423545" cy="4824536"/>
            <a:chOff x="1415480" y="1304764"/>
            <a:chExt cx="8423545" cy="4824536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43F8920-8D31-C8C3-BE99-35A70639F2A4}"/>
                </a:ext>
              </a:extLst>
            </p:cNvPr>
            <p:cNvGrpSpPr/>
            <p:nvPr/>
          </p:nvGrpSpPr>
          <p:grpSpPr>
            <a:xfrm>
              <a:off x="1415480" y="5049180"/>
              <a:ext cx="8423545" cy="1080120"/>
              <a:chOff x="1415480" y="5049180"/>
              <a:chExt cx="8423545" cy="1080120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9C6A47AA-458C-5268-0EA2-18E288566C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15480" y="5049180"/>
                <a:ext cx="4467145" cy="1050349"/>
              </a:xfrm>
              <a:prstGeom prst="rect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A59CE720-678C-5823-8246-D18CA31FB0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41382" y="5060039"/>
                <a:ext cx="3497643" cy="1069261"/>
              </a:xfrm>
              <a:prstGeom prst="rect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</p:pic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5B0488C-B64D-F467-E01D-5EBB2FFA2F8D}"/>
                </a:ext>
              </a:extLst>
            </p:cNvPr>
            <p:cNvGrpSpPr/>
            <p:nvPr/>
          </p:nvGrpSpPr>
          <p:grpSpPr>
            <a:xfrm>
              <a:off x="4232246" y="1304764"/>
              <a:ext cx="4600058" cy="4716524"/>
              <a:chOff x="4209387" y="386549"/>
              <a:chExt cx="4600058" cy="4716524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5A10F8C-CEE3-C3AF-2216-372AA2288D4C}"/>
                  </a:ext>
                </a:extLst>
              </p:cNvPr>
              <p:cNvSpPr/>
              <p:nvPr/>
            </p:nvSpPr>
            <p:spPr>
              <a:xfrm>
                <a:off x="4209387" y="386549"/>
                <a:ext cx="576064" cy="576064"/>
              </a:xfrm>
              <a:prstGeom prst="rect">
                <a:avLst/>
              </a:prstGeom>
              <a:solidFill>
                <a:srgbClr val="00B05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CAAB536-B07D-C678-29AA-AE6FB3CCC14E}"/>
                  </a:ext>
                </a:extLst>
              </p:cNvPr>
              <p:cNvSpPr/>
              <p:nvPr/>
            </p:nvSpPr>
            <p:spPr>
              <a:xfrm>
                <a:off x="8233381" y="3200667"/>
                <a:ext cx="576064" cy="576064"/>
              </a:xfrm>
              <a:prstGeom prst="rect">
                <a:avLst/>
              </a:prstGeom>
              <a:solidFill>
                <a:srgbClr val="00B05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D99E459-EBE9-7090-996E-F7016F9C6A29}"/>
                  </a:ext>
                </a:extLst>
              </p:cNvPr>
              <p:cNvSpPr/>
              <p:nvPr/>
            </p:nvSpPr>
            <p:spPr>
              <a:xfrm>
                <a:off x="4236937" y="4527009"/>
                <a:ext cx="576064" cy="576064"/>
              </a:xfrm>
              <a:prstGeom prst="rect">
                <a:avLst/>
              </a:prstGeom>
              <a:solidFill>
                <a:srgbClr val="00B05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882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999BB-22A3-753D-2D3D-32B530B93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9223F6-0FB9-E758-21A6-9D49AAD9C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D53D0-E615-6A1A-D631-C46626A2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7B9CFC-C3B9-DA61-D785-752FDFCD3FE6}"/>
              </a:ext>
            </a:extLst>
          </p:cNvPr>
          <p:cNvSpPr txBox="1"/>
          <p:nvPr/>
        </p:nvSpPr>
        <p:spPr>
          <a:xfrm>
            <a:off x="965430" y="4329100"/>
            <a:ext cx="10261140" cy="1839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Counting sort is </a:t>
            </a:r>
            <a:r>
              <a:rPr lang="en-US" sz="2800" b="1" dirty="0"/>
              <a:t>stable</a:t>
            </a:r>
            <a:r>
              <a:rPr lang="en-US" sz="2800" dirty="0"/>
              <a:t>: numbers with same values are output in same order as in input. Important when numbers are keys of other data. </a:t>
            </a:r>
          </a:p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Stability is crucial in </a:t>
            </a:r>
            <a:r>
              <a:rPr lang="en-US" sz="2800" b="1" dirty="0"/>
              <a:t>Radix sort</a:t>
            </a:r>
            <a:r>
              <a:rPr lang="en-US" sz="2800" dirty="0"/>
              <a:t> using stable sort subroutine.</a:t>
            </a:r>
            <a:endParaRPr lang="en-US" sz="28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436B76-16C0-823F-671A-74BBB13E23AB}"/>
              </a:ext>
            </a:extLst>
          </p:cNvPr>
          <p:cNvGrpSpPr/>
          <p:nvPr/>
        </p:nvGrpSpPr>
        <p:grpSpPr>
          <a:xfrm>
            <a:off x="1363548" y="2528900"/>
            <a:ext cx="9471133" cy="1581094"/>
            <a:chOff x="1363548" y="3417596"/>
            <a:chExt cx="9471133" cy="158109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396328-569E-DB2A-6C1F-50964916E73A}"/>
                </a:ext>
              </a:extLst>
            </p:cNvPr>
            <p:cNvGrpSpPr/>
            <p:nvPr/>
          </p:nvGrpSpPr>
          <p:grpSpPr>
            <a:xfrm>
              <a:off x="1363548" y="3417596"/>
              <a:ext cx="4444420" cy="1569690"/>
              <a:chOff x="6592438" y="3155454"/>
              <a:chExt cx="4444420" cy="15696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5194E51-2B0B-3F22-504A-FBD9EB0A2369}"/>
                      </a:ext>
                    </a:extLst>
                  </p:cNvPr>
                  <p:cNvSpPr txBox="1"/>
                  <p:nvPr/>
                </p:nvSpPr>
                <p:spPr>
                  <a:xfrm>
                    <a:off x="7842540" y="3155454"/>
                    <a:ext cx="194421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/>
                      <a:t>Input </a:t>
                    </a:r>
                    <a14:m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  <a:endParaRPr lang="en-IL" sz="28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5194E51-2B0B-3F22-504A-FBD9EB0A23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42540" y="3155454"/>
                    <a:ext cx="1944216" cy="52322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627" t="-11628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77AE668-F8DD-451F-5236-75E5C752E1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92438" y="3678674"/>
                <a:ext cx="4444420" cy="1046470"/>
              </a:xfrm>
              <a:prstGeom prst="rect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C2E61BB-C1B3-3831-1F13-2D0EB78C7F9C}"/>
                </a:ext>
              </a:extLst>
            </p:cNvPr>
            <p:cNvGrpSpPr/>
            <p:nvPr/>
          </p:nvGrpSpPr>
          <p:grpSpPr>
            <a:xfrm>
              <a:off x="6384032" y="3429000"/>
              <a:ext cx="4450649" cy="1569690"/>
              <a:chOff x="893422" y="3971057"/>
              <a:chExt cx="4450649" cy="1569690"/>
            </a:xfrm>
          </p:grpSpPr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F887B459-7B66-4AA7-A4D1-22A643424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3422" y="4494277"/>
                <a:ext cx="4450649" cy="1046470"/>
              </a:xfrm>
              <a:prstGeom prst="rect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73F2B9FE-A5E7-A7F8-FF0B-87348272E34F}"/>
                      </a:ext>
                    </a:extLst>
                  </p:cNvPr>
                  <p:cNvSpPr txBox="1"/>
                  <p:nvPr/>
                </p:nvSpPr>
                <p:spPr>
                  <a:xfrm>
                    <a:off x="2091516" y="3971057"/>
                    <a:ext cx="205446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/>
                      <a:t>Output </a:t>
                    </a:r>
                    <a14:m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  <a:endParaRPr lang="en-IL" sz="2800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73F2B9FE-A5E7-A7F8-FF0B-87348272E3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91516" y="3971057"/>
                    <a:ext cx="2054460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154" t="-11628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F2558CC7-BD34-CF66-5583-414E702AE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5505" y="948715"/>
            <a:ext cx="5220989" cy="1549085"/>
          </a:xfrm>
          <a:prstGeom prst="rect">
            <a:avLst/>
          </a:prstGeom>
          <a:ln w="28575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4794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908297"/>
              </p:ext>
            </p:extLst>
          </p:nvPr>
        </p:nvGraphicFramePr>
        <p:xfrm>
          <a:off x="2594185" y="1962120"/>
          <a:ext cx="751632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1632">
                  <a:extLst>
                    <a:ext uri="{9D8B030D-6E8A-4147-A177-3AD203B41FA5}">
                      <a16:colId xmlns:a16="http://schemas.microsoft.com/office/drawing/2014/main" val="2389617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32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473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45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06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65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226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83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171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39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720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131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09942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620688"/>
                <a:ext cx="10261140" cy="1091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Input: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800" dirty="0"/>
                  <a:t>-digit decimal numbers (radix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800" dirty="0"/>
                  <a:t>). Sorts in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800" dirty="0"/>
                  <a:t> rounds from least to most significant digit.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: prove correctness)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20688"/>
                <a:ext cx="10261140" cy="1091966"/>
              </a:xfrm>
              <a:prstGeom prst="rect">
                <a:avLst/>
              </a:prstGeom>
              <a:blipFill>
                <a:blip r:embed="rId2"/>
                <a:stretch>
                  <a:fillRect l="-1188" t="-1117" r="-1188" b="-1508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516124"/>
              </p:ext>
            </p:extLst>
          </p:nvPr>
        </p:nvGraphicFramePr>
        <p:xfrm>
          <a:off x="4672793" y="1962120"/>
          <a:ext cx="751632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1632">
                  <a:extLst>
                    <a:ext uri="{9D8B030D-6E8A-4147-A177-3AD203B41FA5}">
                      <a16:colId xmlns:a16="http://schemas.microsoft.com/office/drawing/2014/main" val="2389617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7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473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06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3</a:t>
                      </a:r>
                      <a:r>
                        <a:rPr lang="en-US" sz="28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226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sz="28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171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sz="28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39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3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en-US" sz="28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131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8</a:t>
                      </a:r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3</a:t>
                      </a:r>
                      <a:r>
                        <a:rPr lang="en-US" sz="28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099421"/>
                  </a:ext>
                </a:extLst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721945"/>
              </p:ext>
            </p:extLst>
          </p:nvPr>
        </p:nvGraphicFramePr>
        <p:xfrm>
          <a:off x="6758148" y="1962120"/>
          <a:ext cx="751632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1632">
                  <a:extLst>
                    <a:ext uri="{9D8B030D-6E8A-4147-A177-3AD203B41FA5}">
                      <a16:colId xmlns:a16="http://schemas.microsoft.com/office/drawing/2014/main" val="2389617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720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473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3</a:t>
                      </a:r>
                      <a:r>
                        <a:rPr lang="en-US" sz="2800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06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US" sz="2800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226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839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171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3</a:t>
                      </a:r>
                      <a:r>
                        <a:rPr lang="en-US" sz="2800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39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US" sz="2800" dirty="0"/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131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657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099421"/>
                  </a:ext>
                </a:extLst>
              </a:tr>
            </a:tbl>
          </a:graphicData>
        </a:graphic>
      </p:graphicFrame>
      <p:graphicFrame>
        <p:nvGraphicFramePr>
          <p:cNvPr id="58" name="Table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038747"/>
              </p:ext>
            </p:extLst>
          </p:nvPr>
        </p:nvGraphicFramePr>
        <p:xfrm>
          <a:off x="8836756" y="1962120"/>
          <a:ext cx="751632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1632">
                  <a:extLst>
                    <a:ext uri="{9D8B030D-6E8A-4147-A177-3AD203B41FA5}">
                      <a16:colId xmlns:a16="http://schemas.microsoft.com/office/drawing/2014/main" val="2389617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329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473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06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226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171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39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720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131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839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099421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123892" y="1962120"/>
            <a:ext cx="216024" cy="3627120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/>
          <p:cNvGrpSpPr/>
          <p:nvPr/>
        </p:nvGrpSpPr>
        <p:grpSpPr>
          <a:xfrm>
            <a:off x="7509780" y="2237991"/>
            <a:ext cx="1326976" cy="2586431"/>
            <a:chOff x="6947595" y="2904598"/>
            <a:chExt cx="1326976" cy="2586431"/>
          </a:xfrm>
        </p:grpSpPr>
        <p:cxnSp>
          <p:nvCxnSpPr>
            <p:cNvPr id="60" name="Straight Arrow Connector 59"/>
            <p:cNvCxnSpPr/>
            <p:nvPr/>
          </p:nvCxnSpPr>
          <p:spPr>
            <a:xfrm flipV="1">
              <a:off x="6947595" y="2904598"/>
              <a:ext cx="1326976" cy="524243"/>
            </a:xfrm>
            <a:prstGeom prst="straightConnector1">
              <a:avLst/>
            </a:prstGeom>
            <a:ln w="28575">
              <a:solidFill>
                <a:srgbClr val="0000FF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V="1">
              <a:off x="6954342" y="3400505"/>
              <a:ext cx="1320229" cy="1595204"/>
            </a:xfrm>
            <a:prstGeom prst="straightConnector1">
              <a:avLst/>
            </a:prstGeom>
            <a:ln w="28575">
              <a:solidFill>
                <a:srgbClr val="0000FF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6947595" y="3924161"/>
              <a:ext cx="1320229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V="1">
              <a:off x="6954342" y="4442287"/>
              <a:ext cx="1320229" cy="1048742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/>
          <p:cNvGrpSpPr/>
          <p:nvPr/>
        </p:nvGrpSpPr>
        <p:grpSpPr>
          <a:xfrm>
            <a:off x="5424425" y="2240868"/>
            <a:ext cx="1340446" cy="3123260"/>
            <a:chOff x="5424425" y="2650272"/>
            <a:chExt cx="1340446" cy="3123260"/>
          </a:xfrm>
        </p:grpSpPr>
        <p:cxnSp>
          <p:nvCxnSpPr>
            <p:cNvPr id="68" name="Straight Arrow Connector 67"/>
            <p:cNvCxnSpPr/>
            <p:nvPr/>
          </p:nvCxnSpPr>
          <p:spPr>
            <a:xfrm flipV="1">
              <a:off x="5447928" y="3168755"/>
              <a:ext cx="1310220" cy="2049419"/>
            </a:xfrm>
            <a:prstGeom prst="straightConnector1">
              <a:avLst/>
            </a:prstGeom>
            <a:ln w="28575">
              <a:solidFill>
                <a:srgbClr val="0000FF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5430277" y="2650272"/>
              <a:ext cx="1310198" cy="8381"/>
            </a:xfrm>
            <a:prstGeom prst="straightConnector1">
              <a:avLst/>
            </a:prstGeom>
            <a:ln w="28575">
              <a:solidFill>
                <a:srgbClr val="0000FF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5431172" y="3181244"/>
              <a:ext cx="1320229" cy="1547301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5424425" y="4212000"/>
              <a:ext cx="1326976" cy="109348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5454675" y="4728545"/>
              <a:ext cx="1296726" cy="1044987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5440429" y="3658577"/>
              <a:ext cx="1310198" cy="8381"/>
            </a:xfrm>
            <a:prstGeom prst="straightConnector1">
              <a:avLst/>
            </a:prstGeom>
            <a:ln w="28575">
              <a:solidFill>
                <a:srgbClr val="0099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V="1">
              <a:off x="5439561" y="4178979"/>
              <a:ext cx="1325310" cy="1538979"/>
            </a:xfrm>
            <a:prstGeom prst="straightConnector1">
              <a:avLst/>
            </a:prstGeom>
            <a:ln w="28575">
              <a:solidFill>
                <a:srgbClr val="0099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Rectangle 73"/>
          <p:cNvSpPr/>
          <p:nvPr/>
        </p:nvSpPr>
        <p:spPr>
          <a:xfrm>
            <a:off x="7017521" y="1959419"/>
            <a:ext cx="209384" cy="3627120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8912890" y="1956015"/>
            <a:ext cx="209384" cy="3627120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339904" y="2237991"/>
            <a:ext cx="1326976" cy="3108833"/>
            <a:chOff x="3339904" y="2237991"/>
            <a:chExt cx="1326976" cy="3108833"/>
          </a:xfrm>
        </p:grpSpPr>
        <p:grpSp>
          <p:nvGrpSpPr>
            <p:cNvPr id="84" name="Group 83"/>
            <p:cNvGrpSpPr/>
            <p:nvPr/>
          </p:nvGrpSpPr>
          <p:grpSpPr>
            <a:xfrm>
              <a:off x="3339904" y="2237991"/>
              <a:ext cx="1326976" cy="3108833"/>
              <a:chOff x="2777780" y="2997823"/>
              <a:chExt cx="1326976" cy="3108833"/>
            </a:xfrm>
          </p:grpSpPr>
          <p:cxnSp>
            <p:nvCxnSpPr>
              <p:cNvPr id="11" name="Straight Arrow Connector 10"/>
              <p:cNvCxnSpPr/>
              <p:nvPr/>
            </p:nvCxnSpPr>
            <p:spPr>
              <a:xfrm>
                <a:off x="2777780" y="3514368"/>
                <a:ext cx="1326976" cy="1030756"/>
              </a:xfrm>
              <a:prstGeom prst="straightConnector1">
                <a:avLst/>
              </a:prstGeom>
              <a:ln w="28575">
                <a:solidFill>
                  <a:srgbClr val="0000FF"/>
                </a:solidFill>
                <a:prstDash val="sysDot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2777780" y="4018424"/>
                <a:ext cx="1326976" cy="1043245"/>
              </a:xfrm>
              <a:prstGeom prst="straightConnector1">
                <a:avLst/>
              </a:prstGeom>
              <a:ln w="28575">
                <a:solidFill>
                  <a:srgbClr val="0000FF"/>
                </a:solidFill>
                <a:prstDash val="sysDot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>
                <a:off x="2777780" y="2997823"/>
                <a:ext cx="1326976" cy="264078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sysDot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>
                <a:off x="2777780" y="4545124"/>
                <a:ext cx="1326976" cy="156153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sysDot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TextBox 94"/>
            <p:cNvSpPr txBox="1"/>
            <p:nvPr/>
          </p:nvSpPr>
          <p:spPr>
            <a:xfrm rot="5400000">
              <a:off x="3430733" y="3507965"/>
              <a:ext cx="1152128" cy="523220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stable</a:t>
              </a:r>
            </a:p>
          </p:txBody>
        </p:sp>
      </p:grpSp>
      <p:sp>
        <p:nvSpPr>
          <p:cNvPr id="96" name="TextBox 95"/>
          <p:cNvSpPr txBox="1"/>
          <p:nvPr/>
        </p:nvSpPr>
        <p:spPr>
          <a:xfrm rot="5400000">
            <a:off x="5520447" y="3519848"/>
            <a:ext cx="1152128" cy="523220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stable</a:t>
            </a:r>
          </a:p>
        </p:txBody>
      </p:sp>
      <p:sp>
        <p:nvSpPr>
          <p:cNvPr id="97" name="TextBox 96"/>
          <p:cNvSpPr txBox="1"/>
          <p:nvPr/>
        </p:nvSpPr>
        <p:spPr>
          <a:xfrm rot="5400000">
            <a:off x="7604802" y="3476202"/>
            <a:ext cx="1152128" cy="523220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stable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42323" y="3507965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input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47161" y="3516214"/>
            <a:ext cx="1252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971646" y="5699922"/>
                <a:ext cx="10261140" cy="6759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l-G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runtime if stable sort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800" dirty="0"/>
                  <a:t>.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CLRS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 8.3</m:t>
                    </m:r>
                  </m:oMath>
                </a14:m>
                <a:r>
                  <a:rPr lang="en-US" sz="2800" dirty="0"/>
                  <a:t>) </a:t>
                </a:r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46" y="5699922"/>
                <a:ext cx="10261140" cy="675954"/>
              </a:xfrm>
              <a:prstGeom prst="rect">
                <a:avLst/>
              </a:prstGeom>
              <a:blipFill>
                <a:blip r:embed="rId3"/>
                <a:stretch>
                  <a:fillRect l="-1188" b="-17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241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4" grpId="0" animBg="1"/>
      <p:bldP spid="94" grpId="0" animBg="1"/>
      <p:bldP spid="96" grpId="0" animBg="1"/>
      <p:bldP spid="97" grpId="0" animBg="1"/>
      <p:bldP spid="99" grpId="0"/>
      <p:bldP spid="10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404664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Bucket Sort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964880" y="1247775"/>
            <a:ext cx="5440112" cy="4654700"/>
            <a:chOff x="964880" y="1247775"/>
            <a:chExt cx="5440112" cy="4654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964880" y="1376772"/>
                  <a:ext cx="3942988" cy="21250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3600"/>
                    </a:spcAft>
                  </a:pPr>
                  <a:r>
                    <a:rPr lang="en-US" sz="2800" dirty="0"/>
                    <a:t>Assumes input numbers,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800" dirty="0"/>
                    <a:t>,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2800" dirty="0"/>
                    <a:t>, w.l.o.g uniformly distributed in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sz="2800" dirty="0"/>
                    <a:t>.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880" y="1376772"/>
                  <a:ext cx="3942988" cy="2125005"/>
                </a:xfrm>
                <a:prstGeom prst="rect">
                  <a:avLst/>
                </a:prstGeom>
                <a:blipFill>
                  <a:blip r:embed="rId3"/>
                  <a:stretch>
                    <a:fillRect l="-3091" t="-575" r="-3246" b="-7471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91944" y="1247775"/>
              <a:ext cx="813048" cy="465470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978858" y="4221088"/>
                <a:ext cx="3929009" cy="1609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3600"/>
                  </a:spcAft>
                </a:pPr>
                <a:r>
                  <a:rPr lang="en-US" sz="2800" dirty="0"/>
                  <a:t>Uses auxiliary array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 of linked lists (buckets).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858" y="4221088"/>
                <a:ext cx="3929009" cy="1609030"/>
              </a:xfrm>
              <a:prstGeom prst="rect">
                <a:avLst/>
              </a:prstGeom>
              <a:blipFill>
                <a:blip r:embed="rId5"/>
                <a:stretch>
                  <a:fillRect l="-3261" t="-379" r="-3106" b="-9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6492044" y="1269651"/>
            <a:ext cx="4738864" cy="4648120"/>
            <a:chOff x="6492044" y="1269651"/>
            <a:chExt cx="4738864" cy="464812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92044" y="1269651"/>
              <a:ext cx="4738864" cy="4648120"/>
            </a:xfrm>
            <a:prstGeom prst="rect">
              <a:avLst/>
            </a:prstGeom>
          </p:spPr>
        </p:pic>
        <p:grpSp>
          <p:nvGrpSpPr>
            <p:cNvPr id="9" name="Group 8"/>
            <p:cNvGrpSpPr/>
            <p:nvPr/>
          </p:nvGrpSpPr>
          <p:grpSpPr>
            <a:xfrm>
              <a:off x="7665538" y="2405926"/>
              <a:ext cx="1883906" cy="447010"/>
              <a:chOff x="7665538" y="2405926"/>
              <a:chExt cx="1883906" cy="44701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7788188" y="2528900"/>
                <a:ext cx="365212" cy="232121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9074807" y="2528900"/>
                <a:ext cx="365212" cy="232121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7665538" y="2405926"/>
                <a:ext cx="6091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.23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8940316" y="2422049"/>
                <a:ext cx="6091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.21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255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15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65430" y="5733256"/>
            <a:ext cx="10261140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lang="en-US" sz="2800" dirty="0"/>
              <a:t>Most time consuming is the insertion sort of the buckets linked lists.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164408" y="728700"/>
            <a:ext cx="7863183" cy="4932548"/>
            <a:chOff x="2164408" y="728700"/>
            <a:chExt cx="7863183" cy="4932548"/>
          </a:xfrm>
        </p:grpSpPr>
        <p:grpSp>
          <p:nvGrpSpPr>
            <p:cNvPr id="14" name="Group 13"/>
            <p:cNvGrpSpPr/>
            <p:nvPr/>
          </p:nvGrpSpPr>
          <p:grpSpPr>
            <a:xfrm>
              <a:off x="2164408" y="728700"/>
              <a:ext cx="7863183" cy="4932548"/>
              <a:chOff x="2164408" y="962726"/>
              <a:chExt cx="7863183" cy="4932548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64408" y="962726"/>
                <a:ext cx="7863183" cy="4932548"/>
              </a:xfrm>
              <a:prstGeom prst="rect">
                <a:avLst/>
              </a:prstGeom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5159896" y="3356992"/>
                <a:ext cx="486769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insert into appropriate bucket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771964" y="4293096"/>
                <a:ext cx="32403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sort within bucket</a:t>
                </a:r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2164408" y="728700"/>
              <a:ext cx="7863183" cy="493254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/>
          <p:cNvSpPr/>
          <p:nvPr/>
        </p:nvSpPr>
        <p:spPr>
          <a:xfrm>
            <a:off x="3431704" y="4582290"/>
            <a:ext cx="5040560" cy="412884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63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747785"/>
                <a:ext cx="10261140" cy="1839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All the rest code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dirty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time.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In worst case all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elements fall in one bucket, yielding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0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runtime.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747785"/>
                <a:ext cx="10261140" cy="1839863"/>
              </a:xfrm>
              <a:prstGeom prst="rect">
                <a:avLst/>
              </a:prstGeom>
              <a:blipFill>
                <a:blip r:embed="rId3"/>
                <a:stretch>
                  <a:fillRect l="-1188" t="-664" b="-897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65430" y="2941143"/>
                <a:ext cx="10261140" cy="2629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dirty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800" dirty="0"/>
                  <a:t>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where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28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See supplementary for proof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expected (mean, average) run time.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2941143"/>
                <a:ext cx="10261140" cy="2629694"/>
              </a:xfrm>
              <a:prstGeom prst="rect">
                <a:avLst/>
              </a:prstGeom>
              <a:blipFill>
                <a:blip r:embed="rId4"/>
                <a:stretch>
                  <a:fillRect l="-1188" r="-1188" b="-555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49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E755D-C4A0-B0DC-2CBA-EB3FF0BB5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0282B-886D-2BAC-91A2-0740AF85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49432-CE64-1D3E-A5F8-4C7B9931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A6BF05-C0CE-638C-FD06-C2F085DA0EC6}"/>
              </a:ext>
            </a:extLst>
          </p:cNvPr>
          <p:cNvSpPr txBox="1"/>
          <p:nvPr/>
        </p:nvSpPr>
        <p:spPr>
          <a:xfrm>
            <a:off x="965430" y="3032956"/>
            <a:ext cx="10261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4800" b="1" dirty="0"/>
              <a:t>Supplementary </a:t>
            </a:r>
          </a:p>
        </p:txBody>
      </p:sp>
    </p:spTree>
    <p:extLst>
      <p:ext uri="{BB962C8B-B14F-4D97-AF65-F5344CB8AC3E}">
        <p14:creationId xmlns:p14="http://schemas.microsoft.com/office/powerpoint/2010/main" val="2964828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DC6B9-0FED-8C98-6605-8FBFF9EB2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768CB3E-DA69-8E82-3939-A566D3E98234}"/>
              </a:ext>
            </a:extLst>
          </p:cNvPr>
          <p:cNvSpPr txBox="1"/>
          <p:nvPr/>
        </p:nvSpPr>
        <p:spPr>
          <a:xfrm>
            <a:off x="2652301" y="425678"/>
            <a:ext cx="6864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Expected Run Time of Bucket Sort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32CC98-C6E8-8577-D643-EEA51BCD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 dirty="0"/>
              <a:t>April  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157FCD-632D-1EB1-3E9E-402A2155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66DEE-B974-F5F7-15AD-F8BF110B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F03DE8-4337-4813-E590-2923F74BACF2}"/>
              </a:ext>
            </a:extLst>
          </p:cNvPr>
          <p:cNvGrpSpPr/>
          <p:nvPr/>
        </p:nvGrpSpPr>
        <p:grpSpPr>
          <a:xfrm>
            <a:off x="965430" y="1664804"/>
            <a:ext cx="10261140" cy="2658419"/>
            <a:chOff x="965430" y="2013881"/>
            <a:chExt cx="10261140" cy="265841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A302A68-2EC5-5C16-A50C-143FCF8446E4}"/>
                </a:ext>
              </a:extLst>
            </p:cNvPr>
            <p:cNvGrpSpPr/>
            <p:nvPr/>
          </p:nvGrpSpPr>
          <p:grpSpPr>
            <a:xfrm>
              <a:off x="1523492" y="4149080"/>
              <a:ext cx="3156399" cy="523220"/>
              <a:chOff x="4120952" y="6602632"/>
              <a:chExt cx="3235188" cy="523220"/>
            </a:xfrm>
          </p:grpSpPr>
          <p:sp>
            <p:nvSpPr>
              <p:cNvPr id="9" name="Rectangular Callout 7">
                <a:extLst>
                  <a:ext uri="{FF2B5EF4-FFF2-40B4-BE49-F238E27FC236}">
                    <a16:creationId xmlns:a16="http://schemas.microsoft.com/office/drawing/2014/main" id="{5C6E5895-CB97-F618-DBDB-F49EBB413C22}"/>
                  </a:ext>
                </a:extLst>
              </p:cNvPr>
              <p:cNvSpPr/>
              <p:nvPr/>
            </p:nvSpPr>
            <p:spPr>
              <a:xfrm>
                <a:off x="4120953" y="6686632"/>
                <a:ext cx="3235187" cy="439220"/>
              </a:xfrm>
              <a:prstGeom prst="wedgeRectCallout">
                <a:avLst>
                  <a:gd name="adj1" fmla="val -19286"/>
                  <a:gd name="adj2" fmla="val -106118"/>
                </a:avLst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06C4EC-CDB7-92EF-B169-8C115EC29197}"/>
                  </a:ext>
                </a:extLst>
              </p:cNvPr>
              <p:cNvSpPr txBox="1"/>
              <p:nvPr/>
            </p:nvSpPr>
            <p:spPr>
              <a:xfrm>
                <a:off x="4120952" y="6602632"/>
                <a:ext cx="3235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expectation linearity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B278146-728B-DEC8-ED2E-35A84116ED2A}"/>
                    </a:ext>
                  </a:extLst>
                </p:cNvPr>
                <p:cNvSpPr txBox="1"/>
                <p:nvPr/>
              </p:nvSpPr>
              <p:spPr>
                <a:xfrm>
                  <a:off x="965430" y="2013881"/>
                  <a:ext cx="10261140" cy="21771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l-GR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800" dirty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l-GR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a14:m>
                  <a:r>
                    <a:rPr lang="en-US" sz="2800" dirty="0"/>
                    <a:t>, (1) </a:t>
                  </a:r>
                </a:p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where </a:t>
                  </a:r>
                  <a14:m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sz="2800" dirty="0"/>
                    <a:t>, </a:t>
                  </a:r>
                  <a14:m>
                    <m:oMath xmlns:m="http://schemas.openxmlformats.org/officeDocument/2006/math"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a14:m>
                  <a:r>
                    <a:rPr lang="en-US" sz="2800" dirty="0"/>
                    <a:t>.</a:t>
                  </a:r>
                </a:p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l-GR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800" dirty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l-GR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 dirty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sz="28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a14:m>
                  <a:r>
                    <a:rPr lang="en-US" sz="2800" dirty="0"/>
                    <a:t>.</a:t>
                  </a: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2013881"/>
                  <a:ext cx="10261140" cy="2177199"/>
                </a:xfrm>
                <a:prstGeom prst="rect">
                  <a:avLst/>
                </a:prstGeom>
                <a:blipFill>
                  <a:blip r:embed="rId4"/>
                  <a:stretch>
                    <a:fillRect l="-1188" b="-47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88D62B-0F85-8BE7-E998-360530F77B95}"/>
                  </a:ext>
                </a:extLst>
              </p:cNvPr>
              <p:cNvSpPr txBox="1"/>
              <p:nvPr/>
            </p:nvSpPr>
            <p:spPr>
              <a:xfrm>
                <a:off x="965430" y="4111408"/>
                <a:ext cx="10261140" cy="205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Define random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fals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bucket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/>
                  <a:t>, </a:t>
                </a:r>
              </a:p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−1, 1≤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. Hence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88D62B-0F85-8BE7-E998-360530F77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4111408"/>
                <a:ext cx="10261140" cy="2053896"/>
              </a:xfrm>
              <a:prstGeom prst="rect">
                <a:avLst/>
              </a:prstGeom>
              <a:blipFill>
                <a:blip r:embed="rId5"/>
                <a:stretch>
                  <a:fillRect l="-1188" b="-415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66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 dirty="0"/>
              <a:t>April 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965430" y="747785"/>
            <a:ext cx="10261140" cy="3169329"/>
            <a:chOff x="965430" y="747785"/>
            <a:chExt cx="10261140" cy="3169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965430" y="747785"/>
                  <a:ext cx="10261140" cy="3169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i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1"/>
                                        </m:r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i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b="0" dirty="0"/>
                    <a:t> </a:t>
                  </a:r>
                </a:p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eqArr>
                                    <m:eqArrPr>
                                      <m:ctrl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m:rPr>
                                          <m:brk m:alnAt="9"/>
                                        </m:rP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9"/>
                                        </m:rPr>
                                        <a:rPr lang="en-US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≠</m:t>
                                      </m:r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eqAr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i="1" dirty="0">
                      <a:latin typeface="Cambria Math" panose="02040503050406030204" pitchFamily="18" charset="0"/>
                    </a:rPr>
                    <a:t> </a:t>
                  </a:r>
                </a:p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eqAr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sz="2800" i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a14:m>
                  <a:r>
                    <a:rPr lang="en-US" sz="2800" b="0" dirty="0"/>
                    <a:t> .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747785"/>
                  <a:ext cx="10261140" cy="316932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Group 15"/>
            <p:cNvGrpSpPr/>
            <p:nvPr/>
          </p:nvGrpSpPr>
          <p:grpSpPr>
            <a:xfrm>
              <a:off x="8112224" y="836712"/>
              <a:ext cx="2916324" cy="2737938"/>
              <a:chOff x="7734182" y="836712"/>
              <a:chExt cx="2916324" cy="2737938"/>
            </a:xfrm>
          </p:grpSpPr>
          <p:sp>
            <p:nvSpPr>
              <p:cNvPr id="5" name="Right Brace 4"/>
              <p:cNvSpPr/>
              <p:nvPr/>
            </p:nvSpPr>
            <p:spPr>
              <a:xfrm>
                <a:off x="8292244" y="836712"/>
                <a:ext cx="318356" cy="2737938"/>
              </a:xfrm>
              <a:prstGeom prst="rightBrace">
                <a:avLst>
                  <a:gd name="adj1" fmla="val 8333"/>
                  <a:gd name="adj2" fmla="val 50932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8760296" y="1754813"/>
                <a:ext cx="189021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Expectation linearity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7734182" y="1944070"/>
                <a:ext cx="6840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(2)</a:t>
                </a:r>
              </a:p>
            </p:txBody>
          </p:sp>
        </p:grpSp>
      </p:grpSp>
      <p:grpSp>
        <p:nvGrpSpPr>
          <p:cNvPr id="23" name="Group 22"/>
          <p:cNvGrpSpPr/>
          <p:nvPr/>
        </p:nvGrpSpPr>
        <p:grpSpPr>
          <a:xfrm>
            <a:off x="965430" y="4113345"/>
            <a:ext cx="10261140" cy="1829796"/>
            <a:chOff x="965430" y="4113345"/>
            <a:chExt cx="10261140" cy="18297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965430" y="4113345"/>
                  <a:ext cx="10261140" cy="18297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a14:m>
                  <a:r>
                    <a:rPr lang="en-US" sz="2800" b="0" dirty="0"/>
                    <a:t> . </a:t>
                  </a:r>
                </a:p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i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2800" i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a14:m>
                  <a:r>
                    <a:rPr lang="en-US" sz="2800" b="0" dirty="0"/>
                    <a:t> .</a:t>
                  </a: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4113345"/>
                  <a:ext cx="10261140" cy="1829796"/>
                </a:xfrm>
                <a:prstGeom prst="rect">
                  <a:avLst/>
                </a:prstGeom>
                <a:blipFill>
                  <a:blip r:embed="rId4"/>
                  <a:stretch>
                    <a:fillRect b="-2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oup 17"/>
            <p:cNvGrpSpPr/>
            <p:nvPr/>
          </p:nvGrpSpPr>
          <p:grpSpPr>
            <a:xfrm>
              <a:off x="6492044" y="4234893"/>
              <a:ext cx="4359324" cy="641198"/>
              <a:chOff x="5909819" y="4234893"/>
              <a:chExt cx="4359324" cy="641198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6420036" y="4234893"/>
                <a:ext cx="3849107" cy="641198"/>
                <a:chOff x="8256240" y="5187154"/>
                <a:chExt cx="3849107" cy="641198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8691128" y="5251474"/>
                  <a:ext cx="341421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/>
                    <a:t>Expectation definition</a:t>
                  </a:r>
                </a:p>
              </p:txBody>
            </p:sp>
            <p:sp>
              <p:nvSpPr>
                <p:cNvPr id="14" name="Right Brace 13"/>
                <p:cNvSpPr/>
                <p:nvPr/>
              </p:nvSpPr>
              <p:spPr>
                <a:xfrm>
                  <a:off x="8256240" y="5187154"/>
                  <a:ext cx="318356" cy="641198"/>
                </a:xfrm>
                <a:prstGeom prst="rightBrace">
                  <a:avLst>
                    <a:gd name="adj1" fmla="val 8333"/>
                    <a:gd name="adj2" fmla="val 5093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" name="TextBox 16"/>
              <p:cNvSpPr txBox="1"/>
              <p:nvPr/>
            </p:nvSpPr>
            <p:spPr>
              <a:xfrm>
                <a:off x="5909819" y="4287971"/>
                <a:ext cx="6840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(3)</a:t>
                </a: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6492044" y="5176457"/>
              <a:ext cx="4734526" cy="641198"/>
              <a:chOff x="5859134" y="5147934"/>
              <a:chExt cx="4734526" cy="641198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6384032" y="5147934"/>
                <a:ext cx="4209628" cy="641198"/>
                <a:chOff x="8256240" y="5187154"/>
                <a:chExt cx="4209628" cy="64119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Box 7"/>
                    <p:cNvSpPr txBox="1"/>
                    <p:nvPr/>
                  </p:nvSpPr>
                  <p:spPr>
                    <a:xfrm>
                      <a:off x="8676447" y="5201834"/>
                      <a:ext cx="3789421" cy="5579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oMath>
                      </a14:m>
                      <a:r>
                        <a:rPr lang="en-US" sz="2800" dirty="0"/>
                        <a:t> and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oMath>
                      </a14:m>
                      <a:r>
                        <a:rPr lang="en-US" sz="2800" dirty="0"/>
                        <a:t> independent</a:t>
                      </a:r>
                    </a:p>
                  </p:txBody>
                </p:sp>
              </mc:Choice>
              <mc:Fallback xmlns="">
                <p:sp>
                  <p:nvSpPr>
                    <p:cNvPr id="8" name="TextBox 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76447" y="5201834"/>
                      <a:ext cx="3789421" cy="55791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t="-10989" r="-1608" b="-252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" name="Right Brace 9"/>
                <p:cNvSpPr/>
                <p:nvPr/>
              </p:nvSpPr>
              <p:spPr>
                <a:xfrm>
                  <a:off x="8256240" y="5187154"/>
                  <a:ext cx="318356" cy="641198"/>
                </a:xfrm>
                <a:prstGeom prst="rightBrace">
                  <a:avLst>
                    <a:gd name="adj1" fmla="val 8333"/>
                    <a:gd name="adj2" fmla="val 5093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" name="TextBox 18"/>
              <p:cNvSpPr txBox="1"/>
              <p:nvPr/>
            </p:nvSpPr>
            <p:spPr>
              <a:xfrm>
                <a:off x="5859134" y="5206922"/>
                <a:ext cx="6840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(4)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7491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 dirty="0"/>
              <a:t>April 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65430" y="759137"/>
                <a:ext cx="10261140" cy="3094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Substitution of (3) and (4) into (2) yields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𝑛</m:t>
                    </m:r>
                    <m:f>
                      <m:f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f>
                      <m:f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=2−</m:t>
                    </m:r>
                    <m:f>
                      <m:f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Substitution into (1),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dirty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 dirty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dirty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𝑛𝑂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2−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dirty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. 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759137"/>
                <a:ext cx="10261140" cy="3094758"/>
              </a:xfrm>
              <a:prstGeom prst="rect">
                <a:avLst/>
              </a:prstGeom>
              <a:blipFill>
                <a:blip r:embed="rId2"/>
                <a:stretch>
                  <a:fillRect l="-1188" t="-394" b="-1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0530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048345" y="425678"/>
            <a:ext cx="6095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Quicksort </a:t>
            </a:r>
            <a:r>
              <a:rPr lang="en-US" sz="3600" dirty="0"/>
              <a:t>(C.A.R. Hoare 1962) </a:t>
            </a:r>
            <a:endParaRPr lang="en-US" sz="36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1056854"/>
                <a:ext cx="10261140" cy="3062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Divide-and-conquer algorithm comprising three steps. Given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b="1" dirty="0"/>
                  <a:t>Divide</a:t>
                </a:r>
                <a:r>
                  <a:rPr lang="en-US" sz="2800" dirty="0"/>
                  <a:t>: Partition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 into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+1..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 s.t.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+1..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b="1" dirty="0"/>
                  <a:t>Conquer</a:t>
                </a:r>
                <a:r>
                  <a:rPr lang="en-US" sz="2800" dirty="0"/>
                  <a:t>: Sort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+1..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 recursively.</a:t>
                </a:r>
              </a:p>
              <a:p>
                <a:pPr marL="457200" indent="-457200" algn="just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b="1" dirty="0"/>
                  <a:t>Combine</a:t>
                </a:r>
                <a:r>
                  <a:rPr lang="en-US" sz="2800" dirty="0"/>
                  <a:t>: No work required since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 is already sorted.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056854"/>
                <a:ext cx="10261140" cy="3062377"/>
              </a:xfrm>
              <a:prstGeom prst="rect">
                <a:avLst/>
              </a:prstGeom>
              <a:blipFill>
                <a:blip r:embed="rId3"/>
                <a:stretch>
                  <a:fillRect l="-1188" t="-199" r="-1188" b="-3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282" y="4232828"/>
            <a:ext cx="4567436" cy="2076492"/>
          </a:xfrm>
          <a:prstGeom prst="rect">
            <a:avLst/>
          </a:prstGeom>
          <a:ln w="28575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74237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656692"/>
                <a:ext cx="10261140" cy="1126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PARTITION</m:t>
                    </m:r>
                  </m:oMath>
                </a14:m>
                <a:r>
                  <a:rPr lang="en-US" sz="2800" dirty="0"/>
                  <a:t> procedure rearranging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 is crucial, specifically the pivot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 choice.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56692"/>
                <a:ext cx="10261140" cy="1126462"/>
              </a:xfrm>
              <a:prstGeom prst="rect">
                <a:avLst/>
              </a:prstGeom>
              <a:blipFill>
                <a:blip r:embed="rId3"/>
                <a:stretch>
                  <a:fillRect l="-1188" t="-1081" r="-1188" b="-1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91940" y="3321568"/>
          <a:ext cx="5724640" cy="54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580">
                  <a:extLst>
                    <a:ext uri="{9D8B030D-6E8A-4147-A177-3AD203B41FA5}">
                      <a16:colId xmlns:a16="http://schemas.microsoft.com/office/drawing/2014/main" val="3293490082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2735497563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2911767872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775875323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3573381203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3069484828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2572520446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3692350613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51824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54304" y="3329988"/>
                <a:ext cx="430553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 before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PARTITION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04" y="3329988"/>
                <a:ext cx="4305538" cy="523220"/>
              </a:xfrm>
              <a:prstGeom prst="rect">
                <a:avLst/>
              </a:prstGeom>
              <a:blipFill>
                <a:blip r:embed="rId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591940" y="4446112"/>
          <a:ext cx="5724640" cy="54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580">
                  <a:extLst>
                    <a:ext uri="{9D8B030D-6E8A-4147-A177-3AD203B41FA5}">
                      <a16:colId xmlns:a16="http://schemas.microsoft.com/office/drawing/2014/main" val="3293490082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2735497563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2911767872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775875323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3573381203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3069484828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2572520446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3692350613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51824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854304" y="4454532"/>
                <a:ext cx="47016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 before pivot reposition</a:t>
                </a: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04" y="4454532"/>
                <a:ext cx="4701636" cy="523220"/>
              </a:xfrm>
              <a:prstGeom prst="rect">
                <a:avLst/>
              </a:prstGeom>
              <a:blipFill>
                <a:blip r:embed="rId5"/>
                <a:stretch>
                  <a:fillRect t="-11628" r="-220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591940" y="5589240"/>
          <a:ext cx="5724640" cy="54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580">
                  <a:extLst>
                    <a:ext uri="{9D8B030D-6E8A-4147-A177-3AD203B41FA5}">
                      <a16:colId xmlns:a16="http://schemas.microsoft.com/office/drawing/2014/main" val="3293490082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2735497563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2911767872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775875323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3573381203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3069484828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2572520446"/>
                    </a:ext>
                  </a:extLst>
                </a:gridCol>
                <a:gridCol w="715580">
                  <a:extLst>
                    <a:ext uri="{9D8B030D-6E8A-4147-A177-3AD203B41FA5}">
                      <a16:colId xmlns:a16="http://schemas.microsoft.com/office/drawing/2014/main" val="3692350613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FF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51824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861572" y="5597660"/>
                <a:ext cx="448007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 after pivot reposition</a:t>
                </a: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72" y="5597660"/>
                <a:ext cx="4480073" cy="523220"/>
              </a:xfrm>
              <a:prstGeom prst="rect">
                <a:avLst/>
              </a:prstGeom>
              <a:blipFill>
                <a:blip r:embed="rId6"/>
                <a:stretch>
                  <a:fillRect t="-10465" r="-1497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>
            <a:off x="6686952" y="3726613"/>
            <a:ext cx="1395156" cy="85030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7353026" y="3726613"/>
            <a:ext cx="1458162" cy="85030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235124" y="4846947"/>
            <a:ext cx="2736304" cy="101232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65430" y="1988840"/>
                <a:ext cx="10261140" cy="1090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>
                    <a:solidFill>
                      <a:srgbClr val="0000FF"/>
                    </a:solidFill>
                  </a:rPr>
                  <a:t>Leftward</a:t>
                </a:r>
                <a:r>
                  <a:rPr lang="en-US" sz="2800" dirty="0"/>
                  <a:t> shift of elements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pivot</a:t>
                </a:r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</a:t>
                </a:r>
                <a:r>
                  <a:rPr lang="en-US" sz="2800" dirty="0"/>
                  <a:t>nd proper reposition of </a:t>
                </a:r>
                <a:r>
                  <a:rPr lang="en-US" sz="2800" b="1" dirty="0"/>
                  <a:t>pivot</a:t>
                </a:r>
                <a:r>
                  <a:rPr lang="en-US" sz="2800" dirty="0"/>
                  <a:t> next to them ensures that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800" dirty="0"/>
                  <a:t> elements are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rightward</a:t>
                </a:r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988840"/>
                <a:ext cx="10261140" cy="1090876"/>
              </a:xfrm>
              <a:prstGeom prst="rect">
                <a:avLst/>
              </a:prstGeom>
              <a:blipFill>
                <a:blip r:embed="rId7"/>
                <a:stretch>
                  <a:fillRect l="-1188" t="-559" r="-1188" b="-15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>
            <a:off x="8082108" y="4846947"/>
            <a:ext cx="2730416" cy="101232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47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24" grpId="0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23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541494" y="1052736"/>
            <a:ext cx="9109012" cy="4568179"/>
            <a:chOff x="1127448" y="1628800"/>
            <a:chExt cx="9109012" cy="4568179"/>
          </a:xfrm>
        </p:grpSpPr>
        <p:grpSp>
          <p:nvGrpSpPr>
            <p:cNvPr id="7" name="Group 6"/>
            <p:cNvGrpSpPr/>
            <p:nvPr/>
          </p:nvGrpSpPr>
          <p:grpSpPr>
            <a:xfrm>
              <a:off x="1127448" y="1628800"/>
              <a:ext cx="8992038" cy="4555464"/>
              <a:chOff x="1740809" y="1825263"/>
              <a:chExt cx="8438022" cy="4340041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0809" y="1825263"/>
                <a:ext cx="5237348" cy="4340041"/>
              </a:xfrm>
              <a:prstGeom prst="rect">
                <a:avLst/>
              </a:prstGeom>
            </p:spPr>
          </p:pic>
          <p:grpSp>
            <p:nvGrpSpPr>
              <p:cNvPr id="5" name="Group 4"/>
              <p:cNvGrpSpPr/>
              <p:nvPr/>
            </p:nvGrpSpPr>
            <p:grpSpPr>
              <a:xfrm>
                <a:off x="3453705" y="2274151"/>
                <a:ext cx="6725126" cy="3878525"/>
                <a:chOff x="3453705" y="2274151"/>
                <a:chExt cx="6725126" cy="3878525"/>
              </a:xfrm>
            </p:grpSpPr>
            <p:sp>
              <p:nvSpPr>
                <p:cNvPr id="11" name="TextBox 10"/>
                <p:cNvSpPr txBox="1"/>
                <p:nvPr/>
              </p:nvSpPr>
              <p:spPr>
                <a:xfrm>
                  <a:off x="3777740" y="2274151"/>
                  <a:ext cx="3990116" cy="4984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use last element for pivot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/>
                    <p:cNvSpPr txBox="1"/>
                    <p:nvPr/>
                  </p:nvSpPr>
                  <p:spPr>
                    <a:xfrm>
                      <a:off x="5119264" y="3094985"/>
                      <a:ext cx="2958249" cy="49847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// build </a:t>
                      </a:r>
                      <a14:m>
                        <m:oMath xmlns:m="http://schemas.openxmlformats.org/officeDocument/2006/math">
                          <m:r>
                            <a:rPr lang="en-US" sz="2800" i="1" dirty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dirty="0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 dirty="0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800" i="1" dirty="0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  <m:t>..</m:t>
                              </m:r>
                              <m:r>
                                <a:rPr lang="en-US" sz="2800" i="1" dirty="0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800" i="1" dirty="0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oMath>
                      </a14:m>
                      <a:endParaRPr lang="en-US" sz="2800" dirty="0">
                        <a:solidFill>
                          <a:srgbClr val="0099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TextBox 1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19264" y="3094985"/>
                      <a:ext cx="2958249" cy="49847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3861" t="-10465" b="-3255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" name="TextBox 12"/>
                <p:cNvSpPr txBox="1"/>
                <p:nvPr/>
              </p:nvSpPr>
              <p:spPr>
                <a:xfrm>
                  <a:off x="3453705" y="4021507"/>
                  <a:ext cx="4314152" cy="4984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yes, move element leftward</a:t>
                  </a: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6334024" y="5265204"/>
                  <a:ext cx="3844807" cy="4984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reposition pivot element</a:t>
                  </a: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3856479" y="2691683"/>
                  <a:ext cx="5722619" cy="4984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initialize border of not larger elements</a:t>
                  </a:r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4151784" y="5654198"/>
                  <a:ext cx="3298813" cy="4984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return pivot location</a:t>
                  </a: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5003494" y="4416183"/>
                  <a:ext cx="375680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shift border rightward</a:t>
                  </a: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4606268" y="3541106"/>
                  <a:ext cx="3553830" cy="4984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not larger than pivot ?</a:t>
                  </a:r>
                </a:p>
              </p:txBody>
            </p:sp>
          </p:grpSp>
        </p:grpSp>
        <p:sp>
          <p:nvSpPr>
            <p:cNvPr id="21" name="Rectangle 20"/>
            <p:cNvSpPr/>
            <p:nvPr/>
          </p:nvSpPr>
          <p:spPr>
            <a:xfrm>
              <a:off x="1127448" y="1628801"/>
              <a:ext cx="9109012" cy="456817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4998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54316" y="498856"/>
                <a:ext cx="10261140" cy="573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>
                    <a:solidFill>
                      <a:schemeClr val="tx1"/>
                    </a:solidFill>
                  </a:rPr>
                  <a:t>Invariants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PARTITION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16" y="498856"/>
                <a:ext cx="10261140" cy="573811"/>
              </a:xfrm>
              <a:prstGeom prst="rect">
                <a:avLst/>
              </a:prstGeom>
              <a:blipFill>
                <a:blip r:embed="rId3"/>
                <a:stretch>
                  <a:fillRect l="-1248" t="-2128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1487488" y="1291524"/>
              <a:ext cx="9227464" cy="579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410778732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087804871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29088640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046260010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725231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70864819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1576801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8451586"/>
                  </p:ext>
                </p:extLst>
              </p:nvPr>
            </p:nvGraphicFramePr>
            <p:xfrm>
              <a:off x="1487488" y="1291524"/>
              <a:ext cx="9227464" cy="579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410778732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087804871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29088640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046260010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725231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70864819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157680122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03371" t="-1042" r="-2247" b="-2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7" name="Group 26"/>
          <p:cNvGrpSpPr/>
          <p:nvPr/>
        </p:nvGrpSpPr>
        <p:grpSpPr>
          <a:xfrm>
            <a:off x="1594599" y="764704"/>
            <a:ext cx="9062121" cy="1095986"/>
            <a:chOff x="1620167" y="1016732"/>
            <a:chExt cx="9062121" cy="10959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10236460" y="1016732"/>
                  <a:ext cx="445828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6460" y="1016732"/>
                  <a:ext cx="445828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1620167" y="1048046"/>
              <a:ext cx="2031457" cy="1064672"/>
              <a:chOff x="1620167" y="1048046"/>
              <a:chExt cx="2031457" cy="106467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Rectangle 6"/>
                  <p:cNvSpPr/>
                  <p:nvPr/>
                </p:nvSpPr>
                <p:spPr>
                  <a:xfrm>
                    <a:off x="1620167" y="1048046"/>
                    <a:ext cx="471155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7" name="Rectangle 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20167" y="1048046"/>
                    <a:ext cx="471155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/>
                  <p:cNvSpPr/>
                  <p:nvPr/>
                </p:nvSpPr>
                <p:spPr>
                  <a:xfrm>
                    <a:off x="3259978" y="1589498"/>
                    <a:ext cx="391646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4" name="Rectangle 1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59978" y="1589498"/>
                    <a:ext cx="391646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2163764" y="1571502"/>
                    <a:ext cx="837152" cy="523220"/>
                  </a:xfrm>
                  <a:prstGeom prst="rect">
                    <a:avLst/>
                  </a:prstGeom>
                  <a:solidFill>
                    <a:srgbClr val="FFFFFF">
                      <a:alpha val="60000"/>
                    </a:srgbClr>
                  </a:solidFill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3764" y="1571502"/>
                    <a:ext cx="837152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5155366" y="1571502"/>
                  <a:ext cx="837152" cy="523220"/>
                </a:xfrm>
                <a:prstGeom prst="rect">
                  <a:avLst/>
                </a:prstGeom>
                <a:solidFill>
                  <a:srgbClr val="FFFFFF">
                    <a:alpha val="60000"/>
                  </a:srgbClr>
                </a:solidFill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5366" y="1571502"/>
                  <a:ext cx="837152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oup 17"/>
            <p:cNvGrpSpPr/>
            <p:nvPr/>
          </p:nvGrpSpPr>
          <p:grpSpPr>
            <a:xfrm>
              <a:off x="7597732" y="1545151"/>
              <a:ext cx="2417895" cy="529549"/>
              <a:chOff x="7597732" y="1545151"/>
              <a:chExt cx="2417895" cy="52954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/>
                  <p:cNvSpPr/>
                  <p:nvPr/>
                </p:nvSpPr>
                <p:spPr>
                  <a:xfrm>
                    <a:off x="7597732" y="1545151"/>
                    <a:ext cx="402418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5" name="Rectangle 1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97732" y="1545151"/>
                    <a:ext cx="402418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TextBox 10"/>
              <p:cNvSpPr txBox="1"/>
              <p:nvPr/>
            </p:nvSpPr>
            <p:spPr>
              <a:xfrm>
                <a:off x="8081847" y="1551480"/>
                <a:ext cx="1933780" cy="523220"/>
              </a:xfrm>
              <a:prstGeom prst="rect">
                <a:avLst/>
              </a:prstGeom>
              <a:solidFill>
                <a:srgbClr val="FFFFFF">
                  <a:alpha val="60000"/>
                </a:srgb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not decided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962316" y="2024844"/>
                <a:ext cx="10264254" cy="573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 smtClean="0">
                        <a:latin typeface="Cambria Math" panose="02040503050406030204" pitchFamily="18" charset="0"/>
                      </a:rPr>
                      <m:t>PARTITION</m:t>
                    </m:r>
                  </m:oMath>
                </a14:m>
                <a:r>
                  <a:rPr lang="en-US" sz="2800" dirty="0"/>
                  <a:t> runtime on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sz="2800" dirty="0"/>
                  <a:t>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16" y="2024844"/>
                <a:ext cx="10264254" cy="573811"/>
              </a:xfrm>
              <a:prstGeom prst="rect">
                <a:avLst/>
              </a:prstGeom>
              <a:blipFill>
                <a:blip r:embed="rId11"/>
                <a:stretch>
                  <a:fillRect t="-1064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62316" y="2600908"/>
                <a:ext cx="10261140" cy="573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Worst-case</a:t>
                </a:r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PARTITION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16" y="2600908"/>
                <a:ext cx="10261140" cy="573811"/>
              </a:xfrm>
              <a:prstGeom prst="rect">
                <a:avLst/>
              </a:prstGeom>
              <a:blipFill>
                <a:blip r:embed="rId12"/>
                <a:stretch>
                  <a:fillRect l="-1248" t="-2128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/>
              <p:cNvGraphicFramePr>
                <a:graphicFrameLocks noGrp="1"/>
              </p:cNvGraphicFramePr>
              <p:nvPr/>
            </p:nvGraphicFramePr>
            <p:xfrm>
              <a:off x="1477048" y="3171663"/>
              <a:ext cx="9227464" cy="579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410778732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087804871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29088640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046260010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725231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70864819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1576801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2633055"/>
                  </p:ext>
                </p:extLst>
              </p:nvPr>
            </p:nvGraphicFramePr>
            <p:xfrm>
              <a:off x="1477048" y="3171663"/>
              <a:ext cx="9227464" cy="579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410778732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087804871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29088640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046260010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725231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70864819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157680122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3"/>
                          <a:stretch>
                            <a:fillRect l="-1602247" t="-1042" r="-3371" b="-2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Table 33"/>
              <p:cNvGraphicFramePr>
                <a:graphicFrameLocks noGrp="1"/>
              </p:cNvGraphicFramePr>
              <p:nvPr/>
            </p:nvGraphicFramePr>
            <p:xfrm>
              <a:off x="1477048" y="3930803"/>
              <a:ext cx="9227464" cy="579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410778732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087804871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29088640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046260010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725231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70864819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1576801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200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Table 3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9786658"/>
                  </p:ext>
                </p:extLst>
              </p:nvPr>
            </p:nvGraphicFramePr>
            <p:xfrm>
              <a:off x="1477048" y="3930803"/>
              <a:ext cx="9227464" cy="579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410778732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087804871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29088640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046260010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725231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70864819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157680122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1124" t="-1042" r="-1604494" b="-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200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962316" y="4581128"/>
                <a:ext cx="10261140" cy="16435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QUICKSORT</m:t>
                    </m:r>
                  </m:oMath>
                </a14:m>
                <a:r>
                  <a:rPr lang="en-US" sz="2800" dirty="0"/>
                  <a:t> calls subproblems of size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l-GR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sz="2800" dirty="0"/>
                  <a:t>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>
                    <a:solidFill>
                      <a:srgbClr val="000000"/>
                    </a:solidFill>
                  </a:rPr>
                  <a:t>: prove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0000"/>
                    </a:solidFill>
                  </a:rPr>
                  <a:t>, use substitution. What input yields worst-case?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16" y="4581128"/>
                <a:ext cx="10261140" cy="1643527"/>
              </a:xfrm>
              <a:prstGeom prst="rect">
                <a:avLst/>
              </a:prstGeom>
              <a:blipFill>
                <a:blip r:embed="rId15"/>
                <a:stretch>
                  <a:fillRect l="-1248" t="-370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09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952397" y="795920"/>
                <a:ext cx="10261140" cy="573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Best-case</a:t>
                </a:r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PARTITION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97" y="795920"/>
                <a:ext cx="10261140" cy="573811"/>
              </a:xfrm>
              <a:prstGeom prst="rect">
                <a:avLst/>
              </a:prstGeom>
              <a:blipFill>
                <a:blip r:embed="rId3"/>
                <a:stretch>
                  <a:fillRect l="-1188" t="-2128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Table 35"/>
              <p:cNvGraphicFramePr>
                <a:graphicFrameLocks noGrp="1"/>
              </p:cNvGraphicFramePr>
              <p:nvPr/>
            </p:nvGraphicFramePr>
            <p:xfrm>
              <a:off x="1487488" y="1373716"/>
              <a:ext cx="9227464" cy="579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410778732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087804871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29088640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046260010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725231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70864819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1576801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200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Table 3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9363707"/>
                  </p:ext>
                </p:extLst>
              </p:nvPr>
            </p:nvGraphicFramePr>
            <p:xfrm>
              <a:off x="1487488" y="1373716"/>
              <a:ext cx="9227464" cy="579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410778732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087804871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29088640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046260010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725231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70864819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157680122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93333" t="-1042" r="-793333" b="-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200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62316" y="2328898"/>
                <a:ext cx="10261140" cy="36563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Results in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dirty="0"/>
                  <a:t> subproblems. Ignoring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>
                    <a:solidFill>
                      <a:srgbClr val="000000"/>
                    </a:solidFill>
                  </a:rPr>
                  <a:t>: prove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.)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For any fixed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type m:val="li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/>
                  <a:t>, if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PARTITION</m:t>
                    </m:r>
                  </m:oMath>
                </a14:m>
                <a:r>
                  <a:rPr lang="en-US" sz="2800" dirty="0"/>
                  <a:t> always splits into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type m:val="li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/>
                  <a:t>,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>
                    <a:solidFill>
                      <a:srgbClr val="000000"/>
                    </a:solidFill>
                  </a:rPr>
                  <a:t>: prove.)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>
                    <a:solidFill>
                      <a:srgbClr val="000000"/>
                    </a:solidFill>
                  </a:rPr>
                  <a:t>To overcome the worst-case input, pivot can be chosen randomly, expecting average partition to be reasonably balanced.</a:t>
                </a:r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16" y="2328898"/>
                <a:ext cx="10261140" cy="3656386"/>
              </a:xfrm>
              <a:prstGeom prst="rect">
                <a:avLst/>
              </a:prstGeom>
              <a:blipFill>
                <a:blip r:embed="rId5"/>
                <a:stretch>
                  <a:fillRect l="-1248" t="-167" r="-1188" b="-2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14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26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954511" y="659795"/>
            <a:ext cx="7553757" cy="1797097"/>
            <a:chOff x="954511" y="588607"/>
            <a:chExt cx="7553757" cy="1797097"/>
          </a:xfrm>
        </p:grpSpPr>
        <p:grpSp>
          <p:nvGrpSpPr>
            <p:cNvPr id="5" name="Group 4"/>
            <p:cNvGrpSpPr/>
            <p:nvPr/>
          </p:nvGrpSpPr>
          <p:grpSpPr>
            <a:xfrm>
              <a:off x="962316" y="620688"/>
              <a:ext cx="7545952" cy="1710965"/>
              <a:chOff x="962316" y="620688"/>
              <a:chExt cx="7545952" cy="1710965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62316" y="620688"/>
                <a:ext cx="4962225" cy="1710965"/>
              </a:xfrm>
              <a:prstGeom prst="rect">
                <a:avLst/>
              </a:prstGeom>
              <a:ln w="28575">
                <a:noFill/>
              </a:ln>
            </p:spPr>
          </p:pic>
          <p:sp>
            <p:nvSpPr>
              <p:cNvPr id="8" name="TextBox 7"/>
              <p:cNvSpPr txBox="1"/>
              <p:nvPr/>
            </p:nvSpPr>
            <p:spPr>
              <a:xfrm>
                <a:off x="4296801" y="1052736"/>
                <a:ext cx="37794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pivot drawn randomly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858689" y="1430584"/>
                <a:ext cx="36495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make pivot rightmost</a:t>
                </a:r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954511" y="588607"/>
              <a:ext cx="7553757" cy="17970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954511" y="2746103"/>
            <a:ext cx="6684831" cy="2123057"/>
            <a:chOff x="962316" y="2573929"/>
            <a:chExt cx="6677026" cy="2123057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2316" y="2600908"/>
              <a:ext cx="6677025" cy="2096078"/>
            </a:xfrm>
            <a:prstGeom prst="rect">
              <a:avLst/>
            </a:prstGeom>
            <a:ln w="28575">
              <a:noFill/>
            </a:ln>
          </p:spPr>
        </p:pic>
        <p:sp>
          <p:nvSpPr>
            <p:cNvPr id="13" name="Rectangle 12"/>
            <p:cNvSpPr/>
            <p:nvPr/>
          </p:nvSpPr>
          <p:spPr>
            <a:xfrm>
              <a:off x="962318" y="2573929"/>
              <a:ext cx="6677024" cy="212305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62316" y="3645024"/>
            <a:ext cx="10261140" cy="2520280"/>
            <a:chOff x="962316" y="3645024"/>
            <a:chExt cx="10261140" cy="25202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962316" y="5038842"/>
                  <a:ext cx="10261140" cy="112646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RANDOMIZED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PARTITION</m:t>
                      </m:r>
                      <m:r>
                        <a:rPr lang="en-US" sz="28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800" dirty="0">
                      <a:solidFill>
                        <a:srgbClr val="000000"/>
                      </a:solidFill>
                    </a:rPr>
                    <a:t>dominates runtime, called at most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2800" dirty="0">
                      <a:solidFill>
                        <a:srgbClr val="000000"/>
                      </a:solidFill>
                    </a:rPr>
                    <a:t> times since element can be pivot at most once</a:t>
                  </a:r>
                  <a:r>
                    <a:rPr lang="en-US" sz="2800" dirty="0"/>
                    <a:t>.</a:t>
                  </a:r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316" y="5038842"/>
                  <a:ext cx="10261140" cy="1126462"/>
                </a:xfrm>
                <a:prstGeom prst="rect">
                  <a:avLst/>
                </a:prstGeom>
                <a:blipFill>
                  <a:blip r:embed="rId4"/>
                  <a:stretch>
                    <a:fillRect l="-1248" t="-1087" b="-119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/>
            <p:cNvSpPr/>
            <p:nvPr/>
          </p:nvSpPr>
          <p:spPr>
            <a:xfrm>
              <a:off x="1991544" y="3645024"/>
              <a:ext cx="5647797" cy="432048"/>
            </a:xfrm>
            <a:prstGeom prst="rect">
              <a:avLst/>
            </a:prstGeom>
            <a:solidFill>
              <a:srgbClr val="7F7F7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625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62316" y="786105"/>
                <a:ext cx="10261140" cy="52711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>
                    <a:solidFill>
                      <a:srgbClr val="000000"/>
                    </a:solidFill>
                  </a:rPr>
                  <a:t>Within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PARTITION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</a:rPr>
                  <a:t> loop there are comparisons of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0000"/>
                    </a:solidFill>
                  </a:rPr>
                  <a:t> with the pivot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</a:rPr>
                  <a:t>).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>
                    <a:solidFill>
                      <a:srgbClr val="00000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</a:rPr>
                  <a:t> be total number comparisons </a:t>
                </a:r>
                <a:r>
                  <a:rPr lang="en-US" sz="2800" b="1" dirty="0">
                    <a:solidFill>
                      <a:srgbClr val="000000"/>
                    </a:solidFill>
                  </a:rPr>
                  <a:t>over all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PARTITION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</a:rPr>
                  <a:t>’s loops. Total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QUICKSORT</m:t>
                    </m:r>
                  </m:oMath>
                </a14:m>
                <a:r>
                  <a:rPr lang="en-US" sz="2800" dirty="0"/>
                  <a:t> runtime is therefore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So what is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?</a:t>
                </a:r>
                <a:endParaRPr lang="he-IL" sz="2800" dirty="0"/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Rename the elements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by their ascending sorted values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b="0" dirty="0"/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How many times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QUICKSORT</m:t>
                    </m:r>
                  </m:oMath>
                </a14:m>
                <a:r>
                  <a:rPr lang="en-US" sz="2800" dirty="0"/>
                  <a:t> compares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16" y="786105"/>
                <a:ext cx="10261140" cy="5271187"/>
              </a:xfrm>
              <a:prstGeom prst="rect">
                <a:avLst/>
              </a:prstGeom>
              <a:blipFill>
                <a:blip r:embed="rId2"/>
                <a:stretch>
                  <a:fillRect l="-1248" t="-231" r="-1188" b="-1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707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62316" y="728700"/>
                <a:ext cx="10261140" cy="41362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PARTITION</m:t>
                    </m:r>
                  </m:oMath>
                </a14:m>
                <a:r>
                  <a:rPr lang="en-US" sz="2800" dirty="0"/>
                  <a:t>’s comparison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is the pivot, and once the loop completes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is placed in final location and </a:t>
                </a:r>
                <a:r>
                  <a:rPr lang="en-US" sz="2800" b="1" dirty="0"/>
                  <a:t>never touched again</a:t>
                </a:r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Hence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QUICKSORT</m:t>
                    </m:r>
                  </m:oMath>
                </a14:m>
                <a:r>
                  <a:rPr lang="en-US" sz="2800" dirty="0"/>
                  <a:t> compares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/>
                  <a:t>, at most once.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Define random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compared</m:t>
                              </m:r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to</m:t>
                              </m:r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4200"/>
                  </a:spcAft>
                </a:pPr>
                <a:r>
                  <a:rPr lang="en-US" sz="2800" dirty="0"/>
                  <a:t>Then,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brk m:alnAt="25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sz="2800" dirty="0"/>
                  <a:t>, and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16" y="728700"/>
                <a:ext cx="10261140" cy="4136261"/>
              </a:xfrm>
              <a:prstGeom prst="rect">
                <a:avLst/>
              </a:prstGeom>
              <a:blipFill>
                <a:blip r:embed="rId2"/>
                <a:stretch>
                  <a:fillRect l="-1248" t="-295" r="-1188" b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1595500" y="4771146"/>
            <a:ext cx="3156399" cy="523220"/>
            <a:chOff x="4120952" y="6602632"/>
            <a:chExt cx="3235188" cy="523220"/>
          </a:xfrm>
        </p:grpSpPr>
        <p:sp>
          <p:nvSpPr>
            <p:cNvPr id="9" name="Rectangular Callout 8"/>
            <p:cNvSpPr/>
            <p:nvPr/>
          </p:nvSpPr>
          <p:spPr>
            <a:xfrm>
              <a:off x="4120953" y="6686632"/>
              <a:ext cx="3235187" cy="439220"/>
            </a:xfrm>
            <a:prstGeom prst="wedgeRectCallout">
              <a:avLst>
                <a:gd name="adj1" fmla="val -19923"/>
                <a:gd name="adj2" fmla="val 113508"/>
              </a:avLst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20952" y="6602632"/>
              <a:ext cx="32351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expectation linearity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962316" y="5301208"/>
                <a:ext cx="10261140" cy="6810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(1)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brk m:alnAt="25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E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brk m:alnAt="25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Pr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compared</m:t>
                                </m:r>
                              </m:e>
                            </m:d>
                          </m:e>
                        </m:nary>
                      </m:e>
                    </m:nary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16" y="5301208"/>
                <a:ext cx="10261140" cy="681084"/>
              </a:xfrm>
              <a:prstGeom prst="rect">
                <a:avLst/>
              </a:prstGeom>
              <a:blipFill>
                <a:blip r:embed="rId3"/>
                <a:stretch>
                  <a:fillRect l="-1248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40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62316" y="728700"/>
                <a:ext cx="10261140" cy="18926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RANDOMIZED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PARTITION</m:t>
                    </m:r>
                  </m:oMath>
                </a14:m>
                <a:r>
                  <a:rPr lang="en-US" sz="2800" dirty="0"/>
                  <a:t> chooses pivot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from subarray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800" dirty="0"/>
                  <a:t> randomly and independently.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∈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800" dirty="0"/>
                  <a:t>. There are 3 cases: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16" y="728700"/>
                <a:ext cx="10261140" cy="1892698"/>
              </a:xfrm>
              <a:prstGeom prst="rect">
                <a:avLst/>
              </a:prstGeom>
              <a:blipFill>
                <a:blip r:embed="rId2"/>
                <a:stretch>
                  <a:fillRect l="-1248" t="-645" b="-6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962316" y="2708920"/>
                <a:ext cx="10261140" cy="11680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lnSpc>
                    <a:spcPct val="120000"/>
                  </a:lnSpc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never compared since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splits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800" dirty="0"/>
                  <a:t> into smaller and larger parts.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16" y="2708920"/>
                <a:ext cx="10261140" cy="1168077"/>
              </a:xfrm>
              <a:prstGeom prst="rect">
                <a:avLst/>
              </a:prstGeom>
              <a:blipFill>
                <a:blip r:embed="rId3"/>
                <a:stretch>
                  <a:fillRect r="-1188"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/>
            </p:nvGraphicFramePr>
            <p:xfrm>
              <a:off x="1523492" y="3839867"/>
              <a:ext cx="5427920" cy="5525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5366302"/>
                  </p:ext>
                </p:extLst>
              </p:nvPr>
            </p:nvGraphicFramePr>
            <p:xfrm>
              <a:off x="1523492" y="3839867"/>
              <a:ext cx="5427920" cy="5525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</a:tblGrid>
                  <a:tr h="552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24" t="-1087" r="-904494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2247" t="-1087" r="-403371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03371" t="-1087" r="-2247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965941" y="4518128"/>
                <a:ext cx="10261140" cy="6510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lnSpc>
                    <a:spcPct val="120000"/>
                  </a:lnSpc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is compared to all, 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are compared. 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41" y="4518128"/>
                <a:ext cx="10261140" cy="651012"/>
              </a:xfrm>
              <a:prstGeom prst="rect">
                <a:avLst/>
              </a:prstGeom>
              <a:blipFill>
                <a:blip r:embed="rId5"/>
                <a:stretch>
                  <a:fillRect b="-17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1521425" y="5169140"/>
              <a:ext cx="5427920" cy="5525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485916"/>
                  </p:ext>
                </p:extLst>
              </p:nvPr>
            </p:nvGraphicFramePr>
            <p:xfrm>
              <a:off x="1521425" y="5169140"/>
              <a:ext cx="5427920" cy="5525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</a:tblGrid>
                  <a:tr h="552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124" t="-1087" r="-904494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FF0000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902247" t="-1087" r="-3371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2946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April 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968008" y="692696"/>
                <a:ext cx="10261140" cy="6510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lnSpc>
                    <a:spcPct val="120000"/>
                  </a:lnSpc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is compared to all, 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are compared. 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008" y="692696"/>
                <a:ext cx="10261140" cy="651012"/>
              </a:xfrm>
              <a:prstGeom prst="rect">
                <a:avLst/>
              </a:prstGeom>
              <a:blipFill>
                <a:blip r:embed="rId2"/>
                <a:stretch>
                  <a:fillRect b="-18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1523492" y="1343708"/>
              <a:ext cx="5427920" cy="5525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7155945"/>
                  </p:ext>
                </p:extLst>
              </p:nvPr>
            </p:nvGraphicFramePr>
            <p:xfrm>
              <a:off x="1523492" y="1343708"/>
              <a:ext cx="5427920" cy="55251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2792">
                      <a:extLst>
                        <a:ext uri="{9D8B030D-6E8A-4147-A177-3AD203B41FA5}">
                          <a16:colId xmlns:a16="http://schemas.microsoft.com/office/drawing/2014/main" val="3808665757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4569344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185724034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330618114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10263815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1054942156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832051873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276467488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446273659"/>
                        </a:ext>
                      </a:extLst>
                    </a:gridCol>
                    <a:gridCol w="542792">
                      <a:extLst>
                        <a:ext uri="{9D8B030D-6E8A-4147-A177-3AD203B41FA5}">
                          <a16:colId xmlns:a16="http://schemas.microsoft.com/office/drawing/2014/main" val="2497848313"/>
                        </a:ext>
                      </a:extLst>
                    </a:gridCol>
                  </a:tblGrid>
                  <a:tr h="552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24" t="-1087" r="-904494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rgbClr val="0000FF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3371" t="-1087" r="-2247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27903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4" name="Group 23"/>
          <p:cNvGrpSpPr/>
          <p:nvPr/>
        </p:nvGrpSpPr>
        <p:grpSpPr>
          <a:xfrm>
            <a:off x="965430" y="3501008"/>
            <a:ext cx="10261140" cy="2597442"/>
            <a:chOff x="965430" y="3501008"/>
            <a:chExt cx="10261140" cy="25974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965430" y="3501008"/>
                  <a:ext cx="10261140" cy="259744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 Substitution into (1) yields </a:t>
                  </a:r>
                </a:p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brk m:alnAt="25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brk m:alnAt="25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a14:m>
                  <a:endParaRPr lang="en-US" sz="2800" b="0" i="1" dirty="0">
                    <a:latin typeface="Cambria Math" panose="02040503050406030204" pitchFamily="18" charset="0"/>
                  </a:endParaRPr>
                </a:p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brk m:alnAt="25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a14:m>
                  <a:r>
                    <a:rPr lang="en-US" sz="2800" dirty="0"/>
                    <a:t>.  </a:t>
                  </a:r>
                  <a14:m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3501008"/>
                  <a:ext cx="10261140" cy="2597442"/>
                </a:xfrm>
                <a:prstGeom prst="rect">
                  <a:avLst/>
                </a:prstGeom>
                <a:blipFill>
                  <a:blip r:embed="rId4"/>
                  <a:stretch>
                    <a:fillRect l="-416" t="-235" b="-1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/>
            <p:cNvGrpSpPr/>
            <p:nvPr/>
          </p:nvGrpSpPr>
          <p:grpSpPr>
            <a:xfrm>
              <a:off x="4295800" y="3916240"/>
              <a:ext cx="2304256" cy="523220"/>
              <a:chOff x="3287688" y="5256580"/>
              <a:chExt cx="2304256" cy="523220"/>
            </a:xfrm>
          </p:grpSpPr>
          <p:sp>
            <p:nvSpPr>
              <p:cNvPr id="6" name="Rectangular Callout 5"/>
              <p:cNvSpPr/>
              <p:nvPr/>
            </p:nvSpPr>
            <p:spPr>
              <a:xfrm>
                <a:off x="3287688" y="5328588"/>
                <a:ext cx="2286254" cy="372007"/>
              </a:xfrm>
              <a:prstGeom prst="wedgeRectCallout">
                <a:avLst>
                  <a:gd name="adj1" fmla="val -29531"/>
                  <a:gd name="adj2" fmla="val 114088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3287688" y="5256580"/>
                <a:ext cx="23042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harmonic sum</a:t>
                </a: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6492044" y="5280284"/>
              <a:ext cx="1584176" cy="523220"/>
              <a:chOff x="4007768" y="5481228"/>
              <a:chExt cx="1584176" cy="523220"/>
            </a:xfrm>
          </p:grpSpPr>
          <p:sp>
            <p:nvSpPr>
              <p:cNvPr id="18" name="Rectangular Callout 17"/>
              <p:cNvSpPr/>
              <p:nvPr/>
            </p:nvSpPr>
            <p:spPr>
              <a:xfrm>
                <a:off x="4007768" y="5565228"/>
                <a:ext cx="1566174" cy="377929"/>
              </a:xfrm>
              <a:prstGeom prst="wedgeRectCallout">
                <a:avLst>
                  <a:gd name="adj1" fmla="val 17876"/>
                  <a:gd name="adj2" fmla="val -135905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007768" y="5481228"/>
                    <a:ext cx="158417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07768" y="5481228"/>
                    <a:ext cx="1584176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3" name="Group 22"/>
          <p:cNvGrpSpPr/>
          <p:nvPr/>
        </p:nvGrpSpPr>
        <p:grpSpPr>
          <a:xfrm>
            <a:off x="965430" y="1601846"/>
            <a:ext cx="10261140" cy="1935166"/>
            <a:chOff x="965430" y="1601846"/>
            <a:chExt cx="10261140" cy="19351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965430" y="2276872"/>
                  <a:ext cx="10261140" cy="66319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800" dirty="0"/>
                    <a:t> chosen at random </a:t>
                  </a:r>
                  <a:r>
                    <a:rPr lang="en-US" sz="28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⇒</a:t>
                  </a:r>
                  <a:r>
                    <a:rPr lang="en-US" sz="2800" dirty="0"/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compared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to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a14:m>
                  <a:r>
                    <a:rPr lang="en-US" sz="2800" dirty="0"/>
                    <a:t>.</a:t>
                  </a: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2276872"/>
                  <a:ext cx="10261140" cy="663195"/>
                </a:xfrm>
                <a:prstGeom prst="rect">
                  <a:avLst/>
                </a:prstGeom>
                <a:blipFill>
                  <a:blip r:embed="rId8"/>
                  <a:stretch>
                    <a:fillRect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12"/>
            <p:cNvGrpSpPr/>
            <p:nvPr/>
          </p:nvGrpSpPr>
          <p:grpSpPr>
            <a:xfrm>
              <a:off x="5699956" y="2979102"/>
              <a:ext cx="4419808" cy="557910"/>
              <a:chOff x="2459596" y="5310285"/>
              <a:chExt cx="4419808" cy="557910"/>
            </a:xfrm>
          </p:grpSpPr>
          <p:sp>
            <p:nvSpPr>
              <p:cNvPr id="15" name="Rectangular Callout 14"/>
              <p:cNvSpPr/>
              <p:nvPr/>
            </p:nvSpPr>
            <p:spPr>
              <a:xfrm>
                <a:off x="2513602" y="5400143"/>
                <a:ext cx="4338482" cy="439220"/>
              </a:xfrm>
              <a:prstGeom prst="wedgeRectCallout">
                <a:avLst>
                  <a:gd name="adj1" fmla="val 13803"/>
                  <a:gd name="adj2" fmla="val -113231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459596" y="5310285"/>
                    <a:ext cx="4419808" cy="5579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/>
                      <a:t>only </a:t>
                    </a:r>
                    <a14:m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  <a:r>
                      <a:rPr lang="en-US" sz="2800" dirty="0"/>
                      <a:t> and</a:t>
                    </a:r>
                    <a14:m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sz="2800" dirty="0"/>
                      <a:t> apply</a:t>
                    </a:r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9596" y="5310285"/>
                    <a:ext cx="4419808" cy="5579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655" t="-10989" r="-1655" b="-252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" name="Group 7"/>
            <p:cNvGrpSpPr/>
            <p:nvPr/>
          </p:nvGrpSpPr>
          <p:grpSpPr>
            <a:xfrm>
              <a:off x="7392144" y="1601846"/>
              <a:ext cx="3023950" cy="588751"/>
              <a:chOff x="8004212" y="5734117"/>
              <a:chExt cx="3023950" cy="588751"/>
            </a:xfrm>
          </p:grpSpPr>
          <p:sp>
            <p:nvSpPr>
              <p:cNvPr id="21" name="Rectangular Callout 20"/>
              <p:cNvSpPr/>
              <p:nvPr/>
            </p:nvSpPr>
            <p:spPr>
              <a:xfrm>
                <a:off x="8076220" y="5793462"/>
                <a:ext cx="2940154" cy="529406"/>
              </a:xfrm>
              <a:prstGeom prst="wedgeRectCallout">
                <a:avLst>
                  <a:gd name="adj1" fmla="val 21267"/>
                  <a:gd name="adj2" fmla="val 99217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8004212" y="5734117"/>
                    <a:ext cx="3023950" cy="5887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/>
                      <a:t>length of </a:t>
                    </a:r>
                    <a14:m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oMath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04212" y="5734117"/>
                    <a:ext cx="3023950" cy="58875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024" t="-5208" b="-239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64896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1234e14-5b87-4b67-ac19-8feaa8ba8f12}" enabled="0" method="" siteId="{61234e14-5b87-4b67-ac19-8feaa8ba8f1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11997</TotalTime>
  <Words>3468</Words>
  <Application>Microsoft Office PowerPoint</Application>
  <PresentationFormat>Widescreen</PresentationFormat>
  <Paragraphs>359</Paragraphs>
  <Slides>30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Times New Roman</vt:lpstr>
      <vt:lpstr>Office Theme</vt:lpstr>
      <vt:lpstr>Sorting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USER</dc:creator>
  <cp:lastModifiedBy>Shmuel Wimer</cp:lastModifiedBy>
  <cp:revision>497</cp:revision>
  <dcterms:created xsi:type="dcterms:W3CDTF">2021-10-08T01:25:47Z</dcterms:created>
  <dcterms:modified xsi:type="dcterms:W3CDTF">2026-05-19T10:10:49Z</dcterms:modified>
</cp:coreProperties>
</file>